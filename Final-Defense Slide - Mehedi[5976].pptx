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9" r:id="rId1"/>
  </p:sldMasterIdLst>
  <p:notesMasterIdLst>
    <p:notesMasterId r:id="rId19"/>
  </p:notesMasterIdLst>
  <p:sldIdLst>
    <p:sldId id="256" r:id="rId2"/>
    <p:sldId id="264" r:id="rId3"/>
    <p:sldId id="301" r:id="rId4"/>
    <p:sldId id="302" r:id="rId5"/>
    <p:sldId id="303" r:id="rId6"/>
    <p:sldId id="304" r:id="rId7"/>
    <p:sldId id="305" r:id="rId8"/>
    <p:sldId id="306" r:id="rId9"/>
    <p:sldId id="294" r:id="rId10"/>
    <p:sldId id="297" r:id="rId11"/>
    <p:sldId id="309" r:id="rId12"/>
    <p:sldId id="310" r:id="rId13"/>
    <p:sldId id="298" r:id="rId14"/>
    <p:sldId id="300" r:id="rId15"/>
    <p:sldId id="291" r:id="rId16"/>
    <p:sldId id="308" r:id="rId17"/>
    <p:sldId id="295" r:id="rId18"/>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4660"/>
  </p:normalViewPr>
  <p:slideViewPr>
    <p:cSldViewPr>
      <p:cViewPr varScale="1">
        <p:scale>
          <a:sx n="81" d="100"/>
          <a:sy n="81" d="100"/>
        </p:scale>
        <p:origin x="725" y="53"/>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34A8AC8-AEB0-4915-9A79-B30716897F48}" type="doc">
      <dgm:prSet loTypeId="urn:microsoft.com/office/officeart/2005/8/layout/rings+Icon" loCatId="officeonline" qsTypeId="urn:microsoft.com/office/officeart/2005/8/quickstyle/simple1" qsCatId="simple" csTypeId="urn:microsoft.com/office/officeart/2005/8/colors/accent1_2" csCatId="accent1" phldr="1"/>
      <dgm:spPr/>
      <dgm:t>
        <a:bodyPr/>
        <a:lstStyle/>
        <a:p>
          <a:endParaRPr lang="en-US"/>
        </a:p>
      </dgm:t>
    </dgm:pt>
    <dgm:pt modelId="{C47DC7AC-9360-4072-B960-7E6C46B52D43}">
      <dgm:prSet phldrT="[Text]" phldr="0"/>
      <dgm:spPr/>
      <dgm:t>
        <a:bodyPr/>
        <a:lstStyle/>
        <a:p>
          <a:r>
            <a:rPr lang="en-US" dirty="0"/>
            <a:t>Real Time Detection</a:t>
          </a:r>
        </a:p>
      </dgm:t>
    </dgm:pt>
    <dgm:pt modelId="{719FCC62-F273-419A-9917-F00FEC1A0A88}" type="parTrans" cxnId="{D5AEDC61-B05D-4CBA-8228-193CEB0CFF7C}">
      <dgm:prSet/>
      <dgm:spPr/>
      <dgm:t>
        <a:bodyPr/>
        <a:lstStyle/>
        <a:p>
          <a:endParaRPr lang="en-US"/>
        </a:p>
      </dgm:t>
    </dgm:pt>
    <dgm:pt modelId="{03D6CFAD-E891-4861-8D57-36FA60E096F0}" type="sibTrans" cxnId="{D5AEDC61-B05D-4CBA-8228-193CEB0CFF7C}">
      <dgm:prSet/>
      <dgm:spPr/>
      <dgm:t>
        <a:bodyPr/>
        <a:lstStyle/>
        <a:p>
          <a:endParaRPr lang="en-US"/>
        </a:p>
      </dgm:t>
    </dgm:pt>
    <dgm:pt modelId="{4600FA2C-1A1F-4B6F-B7C7-950EDF66E75E}">
      <dgm:prSet phldrT="[Text]" phldr="0"/>
      <dgm:spPr/>
      <dgm:t>
        <a:bodyPr/>
        <a:lstStyle/>
        <a:p>
          <a:r>
            <a:rPr lang="en-US" dirty="0"/>
            <a:t>Audio Output</a:t>
          </a:r>
        </a:p>
      </dgm:t>
    </dgm:pt>
    <dgm:pt modelId="{88FD26A1-B463-4473-8B16-B9B211AA4964}" type="parTrans" cxnId="{FE03AFFB-7666-4B44-A40B-2EA302743046}">
      <dgm:prSet/>
      <dgm:spPr/>
      <dgm:t>
        <a:bodyPr/>
        <a:lstStyle/>
        <a:p>
          <a:endParaRPr lang="en-US"/>
        </a:p>
      </dgm:t>
    </dgm:pt>
    <dgm:pt modelId="{AC819D4C-242D-4BBF-BF90-A6A58B8BB875}" type="sibTrans" cxnId="{FE03AFFB-7666-4B44-A40B-2EA302743046}">
      <dgm:prSet/>
      <dgm:spPr/>
      <dgm:t>
        <a:bodyPr/>
        <a:lstStyle/>
        <a:p>
          <a:endParaRPr lang="en-US"/>
        </a:p>
      </dgm:t>
    </dgm:pt>
    <dgm:pt modelId="{FBFB5EF9-6F9F-4F90-A848-324A0674C464}">
      <dgm:prSet phldrT="[Text]" phldr="0"/>
      <dgm:spPr/>
      <dgm:t>
        <a:bodyPr/>
        <a:lstStyle/>
        <a:p>
          <a:r>
            <a:rPr lang="en-US" dirty="0"/>
            <a:t>Word Formation</a:t>
          </a:r>
        </a:p>
      </dgm:t>
    </dgm:pt>
    <dgm:pt modelId="{3B61B16B-218D-4C92-B8F4-382C4F639B7F}" type="parTrans" cxnId="{5A60C8FC-C9C5-49AB-873C-EE79F3B0F282}">
      <dgm:prSet/>
      <dgm:spPr/>
      <dgm:t>
        <a:bodyPr/>
        <a:lstStyle/>
        <a:p>
          <a:endParaRPr lang="en-US"/>
        </a:p>
      </dgm:t>
    </dgm:pt>
    <dgm:pt modelId="{16BCD52B-0042-46DB-96F2-2739974EC622}" type="sibTrans" cxnId="{5A60C8FC-C9C5-49AB-873C-EE79F3B0F282}">
      <dgm:prSet/>
      <dgm:spPr/>
      <dgm:t>
        <a:bodyPr/>
        <a:lstStyle/>
        <a:p>
          <a:endParaRPr lang="en-US"/>
        </a:p>
      </dgm:t>
    </dgm:pt>
    <dgm:pt modelId="{14E1F20F-ECFE-414D-A95A-F0E45453E136}" type="pres">
      <dgm:prSet presAssocID="{734A8AC8-AEB0-4915-9A79-B30716897F48}" presName="Name0" presStyleCnt="0">
        <dgm:presLayoutVars>
          <dgm:chMax val="7"/>
          <dgm:dir/>
          <dgm:resizeHandles val="exact"/>
        </dgm:presLayoutVars>
      </dgm:prSet>
      <dgm:spPr/>
    </dgm:pt>
    <dgm:pt modelId="{74F02ADF-7800-4CA0-B027-331123C0C219}" type="pres">
      <dgm:prSet presAssocID="{734A8AC8-AEB0-4915-9A79-B30716897F48}" presName="ellipse1" presStyleLbl="vennNode1" presStyleIdx="0" presStyleCnt="3">
        <dgm:presLayoutVars>
          <dgm:bulletEnabled val="1"/>
        </dgm:presLayoutVars>
      </dgm:prSet>
      <dgm:spPr/>
    </dgm:pt>
    <dgm:pt modelId="{FB5BF3B8-B64B-447D-9CF0-7DE1552AEDB7}" type="pres">
      <dgm:prSet presAssocID="{734A8AC8-AEB0-4915-9A79-B30716897F48}" presName="ellipse2" presStyleLbl="vennNode1" presStyleIdx="1" presStyleCnt="3">
        <dgm:presLayoutVars>
          <dgm:bulletEnabled val="1"/>
        </dgm:presLayoutVars>
      </dgm:prSet>
      <dgm:spPr/>
    </dgm:pt>
    <dgm:pt modelId="{F98F6F80-5F49-4130-BEAC-746F4628ECDC}" type="pres">
      <dgm:prSet presAssocID="{734A8AC8-AEB0-4915-9A79-B30716897F48}" presName="ellipse3" presStyleLbl="vennNode1" presStyleIdx="2" presStyleCnt="3">
        <dgm:presLayoutVars>
          <dgm:bulletEnabled val="1"/>
        </dgm:presLayoutVars>
      </dgm:prSet>
      <dgm:spPr/>
    </dgm:pt>
  </dgm:ptLst>
  <dgm:cxnLst>
    <dgm:cxn modelId="{AB053810-905A-487C-94E8-3E4644B0A739}" type="presOf" srcId="{FBFB5EF9-6F9F-4F90-A848-324A0674C464}" destId="{F98F6F80-5F49-4130-BEAC-746F4628ECDC}" srcOrd="0" destOrd="0" presId="urn:microsoft.com/office/officeart/2005/8/layout/rings+Icon"/>
    <dgm:cxn modelId="{4BFDB826-F180-44FB-A9BC-984468C42464}" type="presOf" srcId="{4600FA2C-1A1F-4B6F-B7C7-950EDF66E75E}" destId="{FB5BF3B8-B64B-447D-9CF0-7DE1552AEDB7}" srcOrd="0" destOrd="0" presId="urn:microsoft.com/office/officeart/2005/8/layout/rings+Icon"/>
    <dgm:cxn modelId="{D5AEDC61-B05D-4CBA-8228-193CEB0CFF7C}" srcId="{734A8AC8-AEB0-4915-9A79-B30716897F48}" destId="{C47DC7AC-9360-4072-B960-7E6C46B52D43}" srcOrd="0" destOrd="0" parTransId="{719FCC62-F273-419A-9917-F00FEC1A0A88}" sibTransId="{03D6CFAD-E891-4861-8D57-36FA60E096F0}"/>
    <dgm:cxn modelId="{A7DD96B0-6A7E-4DEB-9865-9C862F09CC11}" type="presOf" srcId="{734A8AC8-AEB0-4915-9A79-B30716897F48}" destId="{14E1F20F-ECFE-414D-A95A-F0E45453E136}" srcOrd="0" destOrd="0" presId="urn:microsoft.com/office/officeart/2005/8/layout/rings+Icon"/>
    <dgm:cxn modelId="{92B671DD-0684-459C-B064-9866CE9EAB3E}" type="presOf" srcId="{C47DC7AC-9360-4072-B960-7E6C46B52D43}" destId="{74F02ADF-7800-4CA0-B027-331123C0C219}" srcOrd="0" destOrd="0" presId="urn:microsoft.com/office/officeart/2005/8/layout/rings+Icon"/>
    <dgm:cxn modelId="{FE03AFFB-7666-4B44-A40B-2EA302743046}" srcId="{734A8AC8-AEB0-4915-9A79-B30716897F48}" destId="{4600FA2C-1A1F-4B6F-B7C7-950EDF66E75E}" srcOrd="1" destOrd="0" parTransId="{88FD26A1-B463-4473-8B16-B9B211AA4964}" sibTransId="{AC819D4C-242D-4BBF-BF90-A6A58B8BB875}"/>
    <dgm:cxn modelId="{5A60C8FC-C9C5-49AB-873C-EE79F3B0F282}" srcId="{734A8AC8-AEB0-4915-9A79-B30716897F48}" destId="{FBFB5EF9-6F9F-4F90-A848-324A0674C464}" srcOrd="2" destOrd="0" parTransId="{3B61B16B-218D-4C92-B8F4-382C4F639B7F}" sibTransId="{16BCD52B-0042-46DB-96F2-2739974EC622}"/>
    <dgm:cxn modelId="{01B74EDF-8F02-44E4-B984-B059C31DF904}" type="presParOf" srcId="{14E1F20F-ECFE-414D-A95A-F0E45453E136}" destId="{74F02ADF-7800-4CA0-B027-331123C0C219}" srcOrd="0" destOrd="0" presId="urn:microsoft.com/office/officeart/2005/8/layout/rings+Icon"/>
    <dgm:cxn modelId="{286A8D2B-B87E-4CBD-B1E5-6B45B214122C}" type="presParOf" srcId="{14E1F20F-ECFE-414D-A95A-F0E45453E136}" destId="{FB5BF3B8-B64B-447D-9CF0-7DE1552AEDB7}" srcOrd="1" destOrd="0" presId="urn:microsoft.com/office/officeart/2005/8/layout/rings+Icon"/>
    <dgm:cxn modelId="{94F57DAE-5C91-4875-B5D3-7AA5F1C9DCEE}" type="presParOf" srcId="{14E1F20F-ECFE-414D-A95A-F0E45453E136}" destId="{F98F6F80-5F49-4130-BEAC-746F4628ECDC}" srcOrd="2" destOrd="0" presId="urn:microsoft.com/office/officeart/2005/8/layout/rings+Icon"/>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D274CAD-5514-4443-83FE-629A4F7EB39C}" type="doc">
      <dgm:prSet loTypeId="urn:microsoft.com/office/officeart/2005/8/layout/hierarchy3" loCatId="list" qsTypeId="urn:microsoft.com/office/officeart/2005/8/quickstyle/simple1" qsCatId="simple" csTypeId="urn:microsoft.com/office/officeart/2005/8/colors/accent0_1" csCatId="mainScheme" phldr="1"/>
      <dgm:spPr/>
      <dgm:t>
        <a:bodyPr/>
        <a:lstStyle/>
        <a:p>
          <a:endParaRPr lang="en-US"/>
        </a:p>
      </dgm:t>
    </dgm:pt>
    <dgm:pt modelId="{641B60D8-994D-41A3-A055-6AABB25CB966}">
      <dgm:prSet phldrT="[Text]" phldr="0"/>
      <dgm:spPr/>
      <dgm:t>
        <a:bodyPr/>
        <a:lstStyle/>
        <a:p>
          <a:r>
            <a:rPr lang="en-US" dirty="0">
              <a:latin typeface="Times New Roman" panose="02020603050405020304" pitchFamily="18" charset="0"/>
              <a:cs typeface="Times New Roman" panose="02020603050405020304" pitchFamily="18" charset="0"/>
            </a:rPr>
            <a:t>Real Time Sign Language Detection</a:t>
          </a:r>
        </a:p>
      </dgm:t>
    </dgm:pt>
    <dgm:pt modelId="{DAED401F-80D0-43F7-AC66-5D94AA0D7C60}" type="parTrans" cxnId="{FFC3B0A6-097A-4BC3-A79F-AD9DCF167C60}">
      <dgm:prSet/>
      <dgm:spPr/>
      <dgm:t>
        <a:bodyPr/>
        <a:lstStyle/>
        <a:p>
          <a:endParaRPr lang="en-US"/>
        </a:p>
      </dgm:t>
    </dgm:pt>
    <dgm:pt modelId="{07A091B4-9EDE-4CE5-8440-81A0508B0A21}" type="sibTrans" cxnId="{FFC3B0A6-097A-4BC3-A79F-AD9DCF167C60}">
      <dgm:prSet/>
      <dgm:spPr/>
      <dgm:t>
        <a:bodyPr/>
        <a:lstStyle/>
        <a:p>
          <a:endParaRPr lang="en-US"/>
        </a:p>
      </dgm:t>
    </dgm:pt>
    <dgm:pt modelId="{9FEADE93-2B09-4F1B-BC52-B70D9F1BCC6E}">
      <dgm:prSet phldrT="[Text]" phldr="0"/>
      <dgm:spPr/>
      <dgm:t>
        <a:bodyPr/>
        <a:lstStyle/>
        <a:p>
          <a:r>
            <a:rPr lang="en-US" dirty="0">
              <a:latin typeface="Times New Roman" panose="02020603050405020304" pitchFamily="18" charset="0"/>
              <a:cs typeface="Times New Roman" panose="02020603050405020304" pitchFamily="18" charset="0"/>
            </a:rPr>
            <a:t>High Accuracy</a:t>
          </a:r>
        </a:p>
      </dgm:t>
    </dgm:pt>
    <dgm:pt modelId="{DA42A1CB-69AD-4964-8706-9B152B56A56F}" type="parTrans" cxnId="{C2655CFA-52F9-4218-9054-2630CDE6C927}">
      <dgm:prSet/>
      <dgm:spPr/>
      <dgm:t>
        <a:bodyPr/>
        <a:lstStyle/>
        <a:p>
          <a:endParaRPr lang="en-US"/>
        </a:p>
      </dgm:t>
    </dgm:pt>
    <dgm:pt modelId="{24380BB1-D72B-4B86-9550-622472AEF930}" type="sibTrans" cxnId="{C2655CFA-52F9-4218-9054-2630CDE6C927}">
      <dgm:prSet/>
      <dgm:spPr/>
      <dgm:t>
        <a:bodyPr/>
        <a:lstStyle/>
        <a:p>
          <a:endParaRPr lang="en-US"/>
        </a:p>
      </dgm:t>
    </dgm:pt>
    <dgm:pt modelId="{215AC622-40A6-434E-BC7D-E2792966C9FD}">
      <dgm:prSet phldrT="[Text]" phldr="0" custT="1"/>
      <dgm:spPr/>
      <dgm:t>
        <a:bodyPr/>
        <a:lstStyle/>
        <a:p>
          <a:r>
            <a:rPr lang="en-US" sz="2400" dirty="0">
              <a:latin typeface="Times New Roman" panose="02020603050405020304" pitchFamily="18" charset="0"/>
              <a:cs typeface="Times New Roman" panose="02020603050405020304" pitchFamily="18" charset="0"/>
            </a:rPr>
            <a:t>Word Formation &amp; Generate Audio</a:t>
          </a:r>
        </a:p>
      </dgm:t>
    </dgm:pt>
    <dgm:pt modelId="{FB87A454-56E1-44A4-81D3-E6B1E6A6D019}" type="parTrans" cxnId="{B0D0EDFD-2003-413D-9253-5669F4F190AC}">
      <dgm:prSet/>
      <dgm:spPr/>
      <dgm:t>
        <a:bodyPr/>
        <a:lstStyle/>
        <a:p>
          <a:endParaRPr lang="en-US"/>
        </a:p>
      </dgm:t>
    </dgm:pt>
    <dgm:pt modelId="{046AC513-E92F-4F17-879C-3C8459702211}" type="sibTrans" cxnId="{B0D0EDFD-2003-413D-9253-5669F4F190AC}">
      <dgm:prSet/>
      <dgm:spPr/>
      <dgm:t>
        <a:bodyPr/>
        <a:lstStyle/>
        <a:p>
          <a:endParaRPr lang="en-US"/>
        </a:p>
      </dgm:t>
    </dgm:pt>
    <dgm:pt modelId="{59A25D88-4126-4244-932A-24D85DABB80E}" type="pres">
      <dgm:prSet presAssocID="{DD274CAD-5514-4443-83FE-629A4F7EB39C}" presName="diagram" presStyleCnt="0">
        <dgm:presLayoutVars>
          <dgm:chPref val="1"/>
          <dgm:dir/>
          <dgm:animOne val="branch"/>
          <dgm:animLvl val="lvl"/>
          <dgm:resizeHandles/>
        </dgm:presLayoutVars>
      </dgm:prSet>
      <dgm:spPr/>
    </dgm:pt>
    <dgm:pt modelId="{8E9AC3DE-0A09-4B2E-8ABA-7BD495BF23A0}" type="pres">
      <dgm:prSet presAssocID="{641B60D8-994D-41A3-A055-6AABB25CB966}" presName="root" presStyleCnt="0"/>
      <dgm:spPr/>
    </dgm:pt>
    <dgm:pt modelId="{D7D839D4-650F-47E6-9F0E-BB139BD4C3F8}" type="pres">
      <dgm:prSet presAssocID="{641B60D8-994D-41A3-A055-6AABB25CB966}" presName="rootComposite" presStyleCnt="0"/>
      <dgm:spPr/>
    </dgm:pt>
    <dgm:pt modelId="{36000877-BADF-4A49-BF6F-5DE1ABDE3C23}" type="pres">
      <dgm:prSet presAssocID="{641B60D8-994D-41A3-A055-6AABB25CB966}" presName="rootText" presStyleLbl="node1" presStyleIdx="0" presStyleCnt="3"/>
      <dgm:spPr/>
    </dgm:pt>
    <dgm:pt modelId="{A2D0C3B4-8CCD-4DAD-827B-1DF443F1F4B4}" type="pres">
      <dgm:prSet presAssocID="{641B60D8-994D-41A3-A055-6AABB25CB966}" presName="rootConnector" presStyleLbl="node1" presStyleIdx="0" presStyleCnt="3"/>
      <dgm:spPr/>
    </dgm:pt>
    <dgm:pt modelId="{24C30A7C-B2D8-4190-888F-7348E202B23D}" type="pres">
      <dgm:prSet presAssocID="{641B60D8-994D-41A3-A055-6AABB25CB966}" presName="childShape" presStyleCnt="0"/>
      <dgm:spPr/>
    </dgm:pt>
    <dgm:pt modelId="{1ACD976A-2200-4EB2-A586-91677088EC41}" type="pres">
      <dgm:prSet presAssocID="{9FEADE93-2B09-4F1B-BC52-B70D9F1BCC6E}" presName="root" presStyleCnt="0"/>
      <dgm:spPr/>
    </dgm:pt>
    <dgm:pt modelId="{EBABB30C-89B8-421B-80FC-4725AC409095}" type="pres">
      <dgm:prSet presAssocID="{9FEADE93-2B09-4F1B-BC52-B70D9F1BCC6E}" presName="rootComposite" presStyleCnt="0"/>
      <dgm:spPr/>
    </dgm:pt>
    <dgm:pt modelId="{E99BD244-9F95-420A-AB1B-6D670D14165F}" type="pres">
      <dgm:prSet presAssocID="{9FEADE93-2B09-4F1B-BC52-B70D9F1BCC6E}" presName="rootText" presStyleLbl="node1" presStyleIdx="1" presStyleCnt="3"/>
      <dgm:spPr/>
    </dgm:pt>
    <dgm:pt modelId="{FAAA3B82-C013-4C56-B183-E19EB6FBEF77}" type="pres">
      <dgm:prSet presAssocID="{9FEADE93-2B09-4F1B-BC52-B70D9F1BCC6E}" presName="rootConnector" presStyleLbl="node1" presStyleIdx="1" presStyleCnt="3"/>
      <dgm:spPr/>
    </dgm:pt>
    <dgm:pt modelId="{942F2413-006B-4DC5-92CB-14A785BB97C0}" type="pres">
      <dgm:prSet presAssocID="{9FEADE93-2B09-4F1B-BC52-B70D9F1BCC6E}" presName="childShape" presStyleCnt="0"/>
      <dgm:spPr/>
    </dgm:pt>
    <dgm:pt modelId="{8DDF513D-0BB0-4C87-B348-F81D53AD944A}" type="pres">
      <dgm:prSet presAssocID="{215AC622-40A6-434E-BC7D-E2792966C9FD}" presName="root" presStyleCnt="0"/>
      <dgm:spPr/>
    </dgm:pt>
    <dgm:pt modelId="{F48F76AC-B4C0-4B0D-830F-9A1022049C47}" type="pres">
      <dgm:prSet presAssocID="{215AC622-40A6-434E-BC7D-E2792966C9FD}" presName="rootComposite" presStyleCnt="0"/>
      <dgm:spPr/>
    </dgm:pt>
    <dgm:pt modelId="{CAF3B6C1-7EB5-47E1-8834-33663C88876B}" type="pres">
      <dgm:prSet presAssocID="{215AC622-40A6-434E-BC7D-E2792966C9FD}" presName="rootText" presStyleLbl="node1" presStyleIdx="2" presStyleCnt="3"/>
      <dgm:spPr/>
    </dgm:pt>
    <dgm:pt modelId="{CCA12F18-14BC-45F4-83A9-2F858E655247}" type="pres">
      <dgm:prSet presAssocID="{215AC622-40A6-434E-BC7D-E2792966C9FD}" presName="rootConnector" presStyleLbl="node1" presStyleIdx="2" presStyleCnt="3"/>
      <dgm:spPr/>
    </dgm:pt>
    <dgm:pt modelId="{907DBCE6-5416-4F8A-BC06-4D5E74863483}" type="pres">
      <dgm:prSet presAssocID="{215AC622-40A6-434E-BC7D-E2792966C9FD}" presName="childShape" presStyleCnt="0"/>
      <dgm:spPr/>
    </dgm:pt>
  </dgm:ptLst>
  <dgm:cxnLst>
    <dgm:cxn modelId="{81D2251C-CF7F-4682-B444-9839CBFA34E7}" type="presOf" srcId="{215AC622-40A6-434E-BC7D-E2792966C9FD}" destId="{CCA12F18-14BC-45F4-83A9-2F858E655247}" srcOrd="1" destOrd="0" presId="urn:microsoft.com/office/officeart/2005/8/layout/hierarchy3"/>
    <dgm:cxn modelId="{58708C35-005B-4B64-A54A-8BDA77599219}" type="presOf" srcId="{215AC622-40A6-434E-BC7D-E2792966C9FD}" destId="{CAF3B6C1-7EB5-47E1-8834-33663C88876B}" srcOrd="0" destOrd="0" presId="urn:microsoft.com/office/officeart/2005/8/layout/hierarchy3"/>
    <dgm:cxn modelId="{D3D7676E-13BB-4323-9FFB-2C3670B9D5AF}" type="presOf" srcId="{DD274CAD-5514-4443-83FE-629A4F7EB39C}" destId="{59A25D88-4126-4244-932A-24D85DABB80E}" srcOrd="0" destOrd="0" presId="urn:microsoft.com/office/officeart/2005/8/layout/hierarchy3"/>
    <dgm:cxn modelId="{B61464A5-F813-4DBD-84C4-920F30A0BF3F}" type="presOf" srcId="{9FEADE93-2B09-4F1B-BC52-B70D9F1BCC6E}" destId="{FAAA3B82-C013-4C56-B183-E19EB6FBEF77}" srcOrd="1" destOrd="0" presId="urn:microsoft.com/office/officeart/2005/8/layout/hierarchy3"/>
    <dgm:cxn modelId="{FFC3B0A6-097A-4BC3-A79F-AD9DCF167C60}" srcId="{DD274CAD-5514-4443-83FE-629A4F7EB39C}" destId="{641B60D8-994D-41A3-A055-6AABB25CB966}" srcOrd="0" destOrd="0" parTransId="{DAED401F-80D0-43F7-AC66-5D94AA0D7C60}" sibTransId="{07A091B4-9EDE-4CE5-8440-81A0508B0A21}"/>
    <dgm:cxn modelId="{E45A02A7-6DE9-4565-8322-41C438A7B074}" type="presOf" srcId="{641B60D8-994D-41A3-A055-6AABB25CB966}" destId="{36000877-BADF-4A49-BF6F-5DE1ABDE3C23}" srcOrd="0" destOrd="0" presId="urn:microsoft.com/office/officeart/2005/8/layout/hierarchy3"/>
    <dgm:cxn modelId="{399629CD-1266-4968-B968-A7E9691B818B}" type="presOf" srcId="{9FEADE93-2B09-4F1B-BC52-B70D9F1BCC6E}" destId="{E99BD244-9F95-420A-AB1B-6D670D14165F}" srcOrd="0" destOrd="0" presId="urn:microsoft.com/office/officeart/2005/8/layout/hierarchy3"/>
    <dgm:cxn modelId="{3610DBD4-0F01-4137-B483-A0D34942F4CF}" type="presOf" srcId="{641B60D8-994D-41A3-A055-6AABB25CB966}" destId="{A2D0C3B4-8CCD-4DAD-827B-1DF443F1F4B4}" srcOrd="1" destOrd="0" presId="urn:microsoft.com/office/officeart/2005/8/layout/hierarchy3"/>
    <dgm:cxn modelId="{C2655CFA-52F9-4218-9054-2630CDE6C927}" srcId="{DD274CAD-5514-4443-83FE-629A4F7EB39C}" destId="{9FEADE93-2B09-4F1B-BC52-B70D9F1BCC6E}" srcOrd="1" destOrd="0" parTransId="{DA42A1CB-69AD-4964-8706-9B152B56A56F}" sibTransId="{24380BB1-D72B-4B86-9550-622472AEF930}"/>
    <dgm:cxn modelId="{B0D0EDFD-2003-413D-9253-5669F4F190AC}" srcId="{DD274CAD-5514-4443-83FE-629A4F7EB39C}" destId="{215AC622-40A6-434E-BC7D-E2792966C9FD}" srcOrd="2" destOrd="0" parTransId="{FB87A454-56E1-44A4-81D3-E6B1E6A6D019}" sibTransId="{046AC513-E92F-4F17-879C-3C8459702211}"/>
    <dgm:cxn modelId="{9C4145C7-5AA8-4FFF-8129-190A3C551772}" type="presParOf" srcId="{59A25D88-4126-4244-932A-24D85DABB80E}" destId="{8E9AC3DE-0A09-4B2E-8ABA-7BD495BF23A0}" srcOrd="0" destOrd="0" presId="urn:microsoft.com/office/officeart/2005/8/layout/hierarchy3"/>
    <dgm:cxn modelId="{DE93AEE8-80C2-4383-8261-89E447E80E4C}" type="presParOf" srcId="{8E9AC3DE-0A09-4B2E-8ABA-7BD495BF23A0}" destId="{D7D839D4-650F-47E6-9F0E-BB139BD4C3F8}" srcOrd="0" destOrd="0" presId="urn:microsoft.com/office/officeart/2005/8/layout/hierarchy3"/>
    <dgm:cxn modelId="{EA6ED2ED-DECB-43E4-8FAA-9BC3D6E09EAC}" type="presParOf" srcId="{D7D839D4-650F-47E6-9F0E-BB139BD4C3F8}" destId="{36000877-BADF-4A49-BF6F-5DE1ABDE3C23}" srcOrd="0" destOrd="0" presId="urn:microsoft.com/office/officeart/2005/8/layout/hierarchy3"/>
    <dgm:cxn modelId="{03AD3295-DF14-4646-8637-81EBB29F8D29}" type="presParOf" srcId="{D7D839D4-650F-47E6-9F0E-BB139BD4C3F8}" destId="{A2D0C3B4-8CCD-4DAD-827B-1DF443F1F4B4}" srcOrd="1" destOrd="0" presId="urn:microsoft.com/office/officeart/2005/8/layout/hierarchy3"/>
    <dgm:cxn modelId="{AE876626-76EA-4DBB-8894-19B9990614DE}" type="presParOf" srcId="{8E9AC3DE-0A09-4B2E-8ABA-7BD495BF23A0}" destId="{24C30A7C-B2D8-4190-888F-7348E202B23D}" srcOrd="1" destOrd="0" presId="urn:microsoft.com/office/officeart/2005/8/layout/hierarchy3"/>
    <dgm:cxn modelId="{FFE8E83D-A70B-4387-93EE-DC170BFA7E3D}" type="presParOf" srcId="{59A25D88-4126-4244-932A-24D85DABB80E}" destId="{1ACD976A-2200-4EB2-A586-91677088EC41}" srcOrd="1" destOrd="0" presId="urn:microsoft.com/office/officeart/2005/8/layout/hierarchy3"/>
    <dgm:cxn modelId="{28F16D17-2AF9-4903-868F-74463A5EDBF9}" type="presParOf" srcId="{1ACD976A-2200-4EB2-A586-91677088EC41}" destId="{EBABB30C-89B8-421B-80FC-4725AC409095}" srcOrd="0" destOrd="0" presId="urn:microsoft.com/office/officeart/2005/8/layout/hierarchy3"/>
    <dgm:cxn modelId="{AFA359CA-BDC1-43E6-8BC1-235AAF598FDD}" type="presParOf" srcId="{EBABB30C-89B8-421B-80FC-4725AC409095}" destId="{E99BD244-9F95-420A-AB1B-6D670D14165F}" srcOrd="0" destOrd="0" presId="urn:microsoft.com/office/officeart/2005/8/layout/hierarchy3"/>
    <dgm:cxn modelId="{91F8B5FA-0B39-43A1-8A8C-915006E03C2B}" type="presParOf" srcId="{EBABB30C-89B8-421B-80FC-4725AC409095}" destId="{FAAA3B82-C013-4C56-B183-E19EB6FBEF77}" srcOrd="1" destOrd="0" presId="urn:microsoft.com/office/officeart/2005/8/layout/hierarchy3"/>
    <dgm:cxn modelId="{ED172A81-3619-4FF4-9723-E37F9FDFD335}" type="presParOf" srcId="{1ACD976A-2200-4EB2-A586-91677088EC41}" destId="{942F2413-006B-4DC5-92CB-14A785BB97C0}" srcOrd="1" destOrd="0" presId="urn:microsoft.com/office/officeart/2005/8/layout/hierarchy3"/>
    <dgm:cxn modelId="{C7399781-8C99-4686-BAF1-1073BA544C9E}" type="presParOf" srcId="{59A25D88-4126-4244-932A-24D85DABB80E}" destId="{8DDF513D-0BB0-4C87-B348-F81D53AD944A}" srcOrd="2" destOrd="0" presId="urn:microsoft.com/office/officeart/2005/8/layout/hierarchy3"/>
    <dgm:cxn modelId="{A8F8D909-1B49-4A9E-A986-2F5E7608CC2A}" type="presParOf" srcId="{8DDF513D-0BB0-4C87-B348-F81D53AD944A}" destId="{F48F76AC-B4C0-4B0D-830F-9A1022049C47}" srcOrd="0" destOrd="0" presId="urn:microsoft.com/office/officeart/2005/8/layout/hierarchy3"/>
    <dgm:cxn modelId="{481CBFC1-EEBB-4242-BE21-4630BBB016B2}" type="presParOf" srcId="{F48F76AC-B4C0-4B0D-830F-9A1022049C47}" destId="{CAF3B6C1-7EB5-47E1-8834-33663C88876B}" srcOrd="0" destOrd="0" presId="urn:microsoft.com/office/officeart/2005/8/layout/hierarchy3"/>
    <dgm:cxn modelId="{A2753448-6DD3-4C89-824F-00467BB78435}" type="presParOf" srcId="{F48F76AC-B4C0-4B0D-830F-9A1022049C47}" destId="{CCA12F18-14BC-45F4-83A9-2F858E655247}" srcOrd="1" destOrd="0" presId="urn:microsoft.com/office/officeart/2005/8/layout/hierarchy3"/>
    <dgm:cxn modelId="{FFA3BAB0-2738-470C-91F6-4DB4F83736A8}" type="presParOf" srcId="{8DDF513D-0BB0-4C87-B348-F81D53AD944A}" destId="{907DBCE6-5416-4F8A-BC06-4D5E74863483}" srcOrd="1"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F02ADF-7800-4CA0-B027-331123C0C219}">
      <dsp:nvSpPr>
        <dsp:cNvPr id="0" name=""/>
        <dsp:cNvSpPr/>
      </dsp:nvSpPr>
      <dsp:spPr>
        <a:xfrm>
          <a:off x="3075081" y="0"/>
          <a:ext cx="2377077" cy="2377043"/>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Real Time Detection</a:t>
          </a:r>
        </a:p>
      </dsp:txBody>
      <dsp:txXfrm>
        <a:off x="3423196" y="348110"/>
        <a:ext cx="1680847" cy="1680823"/>
      </dsp:txXfrm>
    </dsp:sp>
    <dsp:sp modelId="{FB5BF3B8-B64B-447D-9CF0-7DE1552AEDB7}">
      <dsp:nvSpPr>
        <dsp:cNvPr id="0" name=""/>
        <dsp:cNvSpPr/>
      </dsp:nvSpPr>
      <dsp:spPr>
        <a:xfrm>
          <a:off x="4298584" y="1585356"/>
          <a:ext cx="2377077" cy="2377043"/>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Audio Output</a:t>
          </a:r>
        </a:p>
      </dsp:txBody>
      <dsp:txXfrm>
        <a:off x="4646699" y="1933466"/>
        <a:ext cx="1680847" cy="1680823"/>
      </dsp:txXfrm>
    </dsp:sp>
    <dsp:sp modelId="{F98F6F80-5F49-4130-BEAC-746F4628ECDC}">
      <dsp:nvSpPr>
        <dsp:cNvPr id="0" name=""/>
        <dsp:cNvSpPr/>
      </dsp:nvSpPr>
      <dsp:spPr>
        <a:xfrm>
          <a:off x="5520640" y="0"/>
          <a:ext cx="2377077" cy="2377043"/>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Word Formation</a:t>
          </a:r>
        </a:p>
      </dsp:txBody>
      <dsp:txXfrm>
        <a:off x="5868755" y="348110"/>
        <a:ext cx="1680847" cy="168082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000877-BADF-4A49-BF6F-5DE1ABDE3C23}">
      <dsp:nvSpPr>
        <dsp:cNvPr id="0" name=""/>
        <dsp:cNvSpPr/>
      </dsp:nvSpPr>
      <dsp:spPr>
        <a:xfrm>
          <a:off x="990" y="1020677"/>
          <a:ext cx="2318091" cy="1159045"/>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7625" tIns="31750" rIns="47625" bIns="31750" numCol="1" spcCol="1270" anchor="ctr" anchorCtr="0">
          <a:noAutofit/>
        </a:bodyPr>
        <a:lstStyle/>
        <a:p>
          <a:pPr marL="0" lvl="0" indent="0" algn="ctr" defTabSz="1111250">
            <a:lnSpc>
              <a:spcPct val="90000"/>
            </a:lnSpc>
            <a:spcBef>
              <a:spcPct val="0"/>
            </a:spcBef>
            <a:spcAft>
              <a:spcPct val="35000"/>
            </a:spcAft>
            <a:buNone/>
          </a:pPr>
          <a:r>
            <a:rPr lang="en-US" sz="2500" kern="1200" dirty="0">
              <a:latin typeface="Times New Roman" panose="02020603050405020304" pitchFamily="18" charset="0"/>
              <a:cs typeface="Times New Roman" panose="02020603050405020304" pitchFamily="18" charset="0"/>
            </a:rPr>
            <a:t>Real Time Sign Language Detection</a:t>
          </a:r>
        </a:p>
      </dsp:txBody>
      <dsp:txXfrm>
        <a:off x="34937" y="1054624"/>
        <a:ext cx="2250197" cy="1091151"/>
      </dsp:txXfrm>
    </dsp:sp>
    <dsp:sp modelId="{E99BD244-9F95-420A-AB1B-6D670D14165F}">
      <dsp:nvSpPr>
        <dsp:cNvPr id="0" name=""/>
        <dsp:cNvSpPr/>
      </dsp:nvSpPr>
      <dsp:spPr>
        <a:xfrm>
          <a:off x="2898604" y="1020677"/>
          <a:ext cx="2318091" cy="1159045"/>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7625" tIns="31750" rIns="47625" bIns="31750" numCol="1" spcCol="1270" anchor="ctr" anchorCtr="0">
          <a:noAutofit/>
        </a:bodyPr>
        <a:lstStyle/>
        <a:p>
          <a:pPr marL="0" lvl="0" indent="0" algn="ctr" defTabSz="1111250">
            <a:lnSpc>
              <a:spcPct val="90000"/>
            </a:lnSpc>
            <a:spcBef>
              <a:spcPct val="0"/>
            </a:spcBef>
            <a:spcAft>
              <a:spcPct val="35000"/>
            </a:spcAft>
            <a:buNone/>
          </a:pPr>
          <a:r>
            <a:rPr lang="en-US" sz="2500" kern="1200" dirty="0">
              <a:latin typeface="Times New Roman" panose="02020603050405020304" pitchFamily="18" charset="0"/>
              <a:cs typeface="Times New Roman" panose="02020603050405020304" pitchFamily="18" charset="0"/>
            </a:rPr>
            <a:t>High Accuracy</a:t>
          </a:r>
        </a:p>
      </dsp:txBody>
      <dsp:txXfrm>
        <a:off x="2932551" y="1054624"/>
        <a:ext cx="2250197" cy="1091151"/>
      </dsp:txXfrm>
    </dsp:sp>
    <dsp:sp modelId="{CAF3B6C1-7EB5-47E1-8834-33663C88876B}">
      <dsp:nvSpPr>
        <dsp:cNvPr id="0" name=""/>
        <dsp:cNvSpPr/>
      </dsp:nvSpPr>
      <dsp:spPr>
        <a:xfrm>
          <a:off x="5796218" y="1020677"/>
          <a:ext cx="2318091" cy="1159045"/>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en-US" sz="2400" kern="1200" dirty="0">
              <a:latin typeface="Times New Roman" panose="02020603050405020304" pitchFamily="18" charset="0"/>
              <a:cs typeface="Times New Roman" panose="02020603050405020304" pitchFamily="18" charset="0"/>
            </a:rPr>
            <a:t>Word Formation &amp; Generate Audio</a:t>
          </a:r>
        </a:p>
      </dsp:txBody>
      <dsp:txXfrm>
        <a:off x="5830165" y="1054624"/>
        <a:ext cx="2250197" cy="1091151"/>
      </dsp:txXfrm>
    </dsp:sp>
  </dsp:spTree>
</dsp:drawing>
</file>

<file path=ppt/diagrams/layout1.xml><?xml version="1.0" encoding="utf-8"?>
<dgm:layoutDef xmlns:dgm="http://schemas.openxmlformats.org/drawingml/2006/diagram" xmlns:a="http://schemas.openxmlformats.org/drawingml/2006/main" uniqueId="urn:microsoft.com/office/officeart/2005/8/layout/rings+Icon">
  <dgm:title val="Interconnected Rings"/>
  <dgm:desc val="Use to show overlapping or interconnected ideas or concepts. The first seven lines of Level 1 text correspond with a circle. Unused text does not appear, but remains available if you switch layouts.  "/>
  <dgm:catLst>
    <dgm:cat type="relationship" pri="32000"/>
    <dgm:cat type="officeonline" pri="6000"/>
  </dgm:catLst>
  <dgm:sampData useDef="1">
    <dgm:dataModel>
      <dgm:ptLst/>
      <dgm:bg/>
      <dgm:whole/>
    </dgm:dataModel>
  </dgm:sampData>
  <dgm:styleData>
    <dgm:dataModel>
      <dgm:ptLst>
        <dgm:pt modelId="0" type="doc"/>
        <dgm:pt modelId="10"/>
        <dgm:pt modelId="20"/>
      </dgm:ptLst>
      <dgm:cxnLst>
        <dgm:cxn modelId="30" srcId="0" destId="10" srcOrd="0" destOrd="0"/>
        <dgm:cxn modelId="40" srcId="0" destId="20" srcOrd="1" destOrd="0"/>
      </dgm:cxnLst>
      <dgm:bg/>
      <dgm:whole/>
    </dgm:dataModel>
  </dgm:styleData>
  <dgm:clrData>
    <dgm:dataModel>
      <dgm:ptLst>
        <dgm:pt modelId="0" type="doc"/>
        <dgm:pt modelId="10"/>
        <dgm:pt modelId="20"/>
        <dgm:pt modelId="30"/>
        <dgm:pt modelId="40"/>
      </dgm:ptLst>
      <dgm:cxnLst>
        <dgm:cxn modelId="50" srcId="0" destId="10" srcOrd="0" destOrd="0"/>
        <dgm:cxn modelId="60" srcId="0" destId="20" srcOrd="1" destOrd="0"/>
        <dgm:cxn modelId="70" srcId="0" destId="30" srcOrd="2" destOrd="0"/>
        <dgm:cxn modelId="80" srcId="0" destId="40" srcOrd="2" destOrd="0"/>
      </dgm:cxnLst>
      <dgm:bg/>
      <dgm:whole/>
    </dgm:dataModel>
  </dgm:clrData>
  <dgm:layoutNode name="Name0">
    <dgm:varLst>
      <dgm:chMax val="7"/>
      <dgm:dir/>
      <dgm:resizeHandles val="exact"/>
    </dgm:varLst>
    <dgm:choose name="Name1">
      <dgm:if name="Name2" axis="ch" ptType="node" func="cnt" op="lt" val="1">
        <dgm:alg type="composite"/>
        <dgm:shape xmlns:r="http://schemas.openxmlformats.org/officeDocument/2006/relationships" r:blip="">
          <dgm:adjLst/>
        </dgm:shape>
        <dgm:presOf/>
        <dgm:constrLst/>
        <dgm:ruleLst/>
      </dgm:if>
      <dgm:if name="Name3" axis="ch" ptType="node" func="cnt" op="equ" val="1">
        <dgm:alg type="composite">
          <dgm:param type="ar" val="1"/>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dgm:constr type="h" for="ch" forName="ellipse1" refType="h"/>
        </dgm:constrLst>
      </dgm:if>
      <dgm:if name="Name4" axis="ch" ptType="node" func="cnt" op="equ" val="2">
        <dgm:alg type="composite">
          <dgm:param type="ar" val="0.9086"/>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6602"/>
          <dgm:constr type="h" for="ch" forName="ellipse1" refType="h" fact="0.5999"/>
          <dgm:constr type="l" for="ch" forName="ellipse2" refType="w" fact="0.3398"/>
          <dgm:constr type="t" for="ch" forName="ellipse2" refType="h" fact="0.4001"/>
          <dgm:constr type="w" for="ch" forName="ellipse2" refType="w" fact="0.6602"/>
          <dgm:constr type="h" for="ch" forName="ellipse2" refType="h" fact="0.5999"/>
        </dgm:constrLst>
      </dgm:if>
      <dgm:if name="Name5" axis="ch" ptType="node" func="cnt" op="equ" val="3">
        <dgm:alg type="composite">
          <dgm:param type="ar" val="1.2171"/>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4929"/>
          <dgm:constr type="h" for="ch" forName="ellipse1" refType="h" fact="0.5999"/>
          <dgm:constr type="l" for="ch" forName="ellipse2" refType="w" fact="0.2537"/>
          <dgm:constr type="t" for="ch" forName="ellipse2" refType="h" fact="0.4001"/>
          <dgm:constr type="w" for="ch" forName="ellipse2" refType="w" fact="0.4929"/>
          <dgm:constr type="h" for="ch" forName="ellipse2" refType="h" fact="0.5999"/>
          <dgm:constr type="l" for="ch" forName="ellipse3" refType="w" fact="0.5071"/>
          <dgm:constr type="t" for="ch" forName="ellipse3" refType="h" fact="0"/>
          <dgm:constr type="w" for="ch" forName="ellipse3" refType="w" fact="0.4929"/>
          <dgm:constr type="h" for="ch" forName="ellipse3" refType="h" fact="0.5999"/>
        </dgm:constrLst>
      </dgm:if>
      <dgm:if name="Name6" axis="ch" ptType="node" func="cnt" op="equ" val="4">
        <dgm:alg type="composite">
          <dgm:param type="ar" val="1.5255"/>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3932"/>
          <dgm:constr type="h" for="ch" forName="ellipse1" refType="h" fact="0.5999"/>
          <dgm:constr type="l" for="ch" forName="ellipse2" refType="w" fact="0.2023"/>
          <dgm:constr type="t" for="ch" forName="ellipse2" refType="h" fact="0.4001"/>
          <dgm:constr type="w" for="ch" forName="ellipse2" refType="w" fact="0.3932"/>
          <dgm:constr type="h" for="ch" forName="ellipse2" refType="h" fact="0.5999"/>
          <dgm:constr type="l" for="ch" forName="ellipse3" refType="w" fact="0.4045"/>
          <dgm:constr type="t" for="ch" forName="ellipse3" refType="h" fact="0"/>
          <dgm:constr type="w" for="ch" forName="ellipse3" refType="w" fact="0.3932"/>
          <dgm:constr type="h" for="ch" forName="ellipse3" refType="h" fact="0.5999"/>
          <dgm:constr type="l" for="ch" forName="ellipse4" refType="w" fact="0.6068"/>
          <dgm:constr type="t" for="ch" forName="ellipse4" refType="h" fact="0.4001"/>
          <dgm:constr type="w" for="ch" forName="ellipse4" refType="w" fact="0.3932"/>
          <dgm:constr type="h" for="ch" forName="ellipse4" refType="h" fact="0.5999"/>
        </dgm:constrLst>
      </dgm:if>
      <dgm:if name="Name7" axis="ch" ptType="node" func="cnt" op="equ" val="5">
        <dgm:alg type="composite">
          <dgm:param type="ar" val="1.834"/>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3271"/>
          <dgm:constr type="h" for="ch" forName="ellipse1" refType="h" fact="0.5999"/>
          <dgm:constr type="l" for="ch" forName="ellipse2" refType="w" fact="0.1682"/>
          <dgm:constr type="t" for="ch" forName="ellipse2" refType="h" fact="0.4001"/>
          <dgm:constr type="w" for="ch" forName="ellipse2" refType="w" fact="0.3271"/>
          <dgm:constr type="h" for="ch" forName="ellipse2" refType="h" fact="0.5999"/>
          <dgm:constr type="l" for="ch" forName="ellipse3" refType="w" fact="0.3365"/>
          <dgm:constr type="t" for="ch" forName="ellipse3" refType="h" fact="0"/>
          <dgm:constr type="w" for="ch" forName="ellipse3" refType="w" fact="0.3271"/>
          <dgm:constr type="h" for="ch" forName="ellipse3" refType="h" fact="0.5999"/>
          <dgm:constr type="l" for="ch" forName="ellipse4" refType="w" fact="0.5047"/>
          <dgm:constr type="t" for="ch" forName="ellipse4" refType="h" fact="0.4001"/>
          <dgm:constr type="w" for="ch" forName="ellipse4" refType="w" fact="0.3271"/>
          <dgm:constr type="h" for="ch" forName="ellipse4" refType="h" fact="0.5999"/>
          <dgm:constr type="l" for="ch" forName="ellipse5" refType="w" fact="0.6729"/>
          <dgm:constr type="t" for="ch" forName="ellipse5" refType="h" fact="0"/>
          <dgm:constr type="w" for="ch" forName="ellipse5" refType="w" fact="0.3271"/>
          <dgm:constr type="h" for="ch" forName="ellipse5" refType="h" fact="0.5999"/>
        </dgm:constrLst>
      </dgm:if>
      <dgm:if name="Name8" axis="ch" ptType="node" func="cnt" op="equ" val="6">
        <dgm:alg type="composite">
          <dgm:param type="ar" val="2.1873"/>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278"/>
          <dgm:constr type="h" for="ch" forName="ellipse1" refType="h" fact="0.6081"/>
          <dgm:constr type="l" for="ch" forName="ellipse2" refType="w" fact="0.1444"/>
          <dgm:constr type="t" for="ch" forName="ellipse2" refType="h" fact="0.3919"/>
          <dgm:constr type="w" for="ch" forName="ellipse2" refType="w" fact="0.278"/>
          <dgm:constr type="h" for="ch" forName="ellipse2" refType="h" fact="0.6081"/>
          <dgm:constr type="l" for="ch" forName="ellipse3" refType="w" fact="0.2888"/>
          <dgm:constr type="t" for="ch" forName="ellipse3" refType="h" fact="0"/>
          <dgm:constr type="w" for="ch" forName="ellipse3" refType="w" fact="0.278"/>
          <dgm:constr type="h" for="ch" forName="ellipse3" refType="h" fact="0.6081"/>
          <dgm:constr type="l" for="ch" forName="ellipse4" refType="w" fact="0.4332"/>
          <dgm:constr type="t" for="ch" forName="ellipse4" refType="h" fact="0.3919"/>
          <dgm:constr type="w" for="ch" forName="ellipse4" refType="w" fact="0.278"/>
          <dgm:constr type="h" for="ch" forName="ellipse4" refType="h" fact="0.6081"/>
          <dgm:constr type="l" for="ch" forName="ellipse5" refType="w" fact="0.5776"/>
          <dgm:constr type="t" for="ch" forName="ellipse5" refType="h" fact="0"/>
          <dgm:constr type="w" for="ch" forName="ellipse5" refType="w" fact="0.278"/>
          <dgm:constr type="h" for="ch" forName="ellipse5" refType="h" fact="0.6081"/>
          <dgm:constr type="l" for="ch" forName="ellipse6" refType="w" fact="0.722"/>
          <dgm:constr type="t" for="ch" forName="ellipse6" refType="h" fact="0.3919"/>
          <dgm:constr type="w" for="ch" forName="ellipse6" refType="w" fact="0.278"/>
          <dgm:constr type="h" for="ch" forName="ellipse6" refType="h" fact="0.6081"/>
        </dgm:constrLst>
      </dgm:if>
      <dgm:else name="Name9">
        <dgm:alg type="composite">
          <dgm:param type="ar" val="2.3466"/>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2455"/>
          <dgm:constr type="h" for="ch" forName="ellipse1" refType="h" fact="0.5761"/>
          <dgm:constr type="l" for="ch" forName="ellipse2" refType="w" fact="0.1257"/>
          <dgm:constr type="t" for="ch" forName="ellipse2" refType="h" fact="0.4239"/>
          <dgm:constr type="w" for="ch" forName="ellipse2" refType="w" fact="0.2455"/>
          <dgm:constr type="h" for="ch" forName="ellipse2" refType="h" fact="0.5761"/>
          <dgm:constr type="l" for="ch" forName="ellipse3" refType="w" fact="0.2515"/>
          <dgm:constr type="t" for="ch" forName="ellipse3" refType="h" fact="0"/>
          <dgm:constr type="w" for="ch" forName="ellipse3" refType="w" fact="0.2455"/>
          <dgm:constr type="h" for="ch" forName="ellipse3" refType="h" fact="0.5761"/>
          <dgm:constr type="l" for="ch" forName="ellipse4" refType="w" fact="0.3772"/>
          <dgm:constr type="t" for="ch" forName="ellipse4" refType="h" fact="0.4239"/>
          <dgm:constr type="w" for="ch" forName="ellipse4" refType="w" fact="0.2455"/>
          <dgm:constr type="h" for="ch" forName="ellipse4" refType="h" fact="0.5761"/>
          <dgm:constr type="l" for="ch" forName="ellipse5" refType="w" fact="0.503"/>
          <dgm:constr type="t" for="ch" forName="ellipse5" refType="h" fact="0"/>
          <dgm:constr type="w" for="ch" forName="ellipse5" refType="w" fact="0.2455"/>
          <dgm:constr type="h" for="ch" forName="ellipse5" refType="h" fact="0.5761"/>
          <dgm:constr type="l" for="ch" forName="ellipse6" refType="w" fact="0.6287"/>
          <dgm:constr type="t" for="ch" forName="ellipse6" refType="h" fact="0.4239"/>
          <dgm:constr type="w" for="ch" forName="ellipse6" refType="w" fact="0.2455"/>
          <dgm:constr type="h" for="ch" forName="ellipse6" refType="h" fact="0.5761"/>
          <dgm:constr type="l" for="ch" forName="ellipse7" refType="w" fact="0.7545"/>
          <dgm:constr type="t" for="ch" forName="ellipse7" refType="h" fact="0"/>
          <dgm:constr type="w" for="ch" forName="ellipse7" refType="w" fact="0.2455"/>
          <dgm:constr type="h" for="ch" forName="ellipse7" refType="h" fact="0.5761"/>
        </dgm:constrLst>
      </dgm:else>
    </dgm:choose>
    <dgm:choose name="Name10">
      <dgm:if name="Name11" axis="ch" ptType="node" func="cnt" op="gte" val="1">
        <dgm:layoutNode name="ellipse1" styleLbl="vennNode1">
          <dgm:varLst>
            <dgm:bulletEnabled val="1"/>
          </dgm:varLst>
          <dgm:alg type="tx"/>
          <dgm:shape xmlns:r="http://schemas.openxmlformats.org/officeDocument/2006/relationships" type="ellipse" r:blip="">
            <dgm:adjLst/>
          </dgm:shape>
          <dgm:choose name="Name12">
            <dgm:if name="Name13" func="var" arg="dir" op="equ" val="norm">
              <dgm:presOf axis="ch desOrSelf" ptType="node node" st="1 1" cnt="1 0"/>
            </dgm:if>
            <dgm:else name="Name14">
              <dgm:choose name="Name15">
                <dgm:if name="Name16" axis="ch" ptType="node" func="cnt" op="equ" val="1">
                  <dgm:presOf axis="ch desOrSelf" ptType="node node" st="1 1" cnt="1 0"/>
                </dgm:if>
                <dgm:if name="Name17" axis="ch" ptType="node" func="cnt" op="equ" val="2">
                  <dgm:presOf axis="ch desOrSelf" ptType="node node" st="2 1" cnt="1 0"/>
                </dgm:if>
                <dgm:if name="Name18" axis="ch" ptType="node" func="cnt" op="equ" val="3">
                  <dgm:presOf axis="ch desOrSelf" ptType="node node" st="3 1" cnt="1 0"/>
                </dgm:if>
                <dgm:if name="Name19" axis="ch" ptType="node" func="cnt" op="equ" val="4">
                  <dgm:presOf axis="ch desOrSelf" ptType="node node" st="4 1" cnt="1 0"/>
                </dgm:if>
                <dgm:if name="Name20" axis="ch" ptType="node" func="cnt" op="equ" val="5">
                  <dgm:presOf axis="ch desOrSelf" ptType="node node" st="5 1" cnt="1 0"/>
                </dgm:if>
                <dgm:if name="Name21" axis="ch" ptType="node" func="cnt" op="equ" val="6">
                  <dgm:presOf axis="ch desOrSelf" ptType="node node" st="6 1" cnt="1 0"/>
                </dgm:if>
                <dgm:if name="Name22" axis="ch" ptType="node" func="cnt" op="gte" val="7">
                  <dgm:presOf axis="ch desOrSelf" ptType="node node" st="7 1" cnt="1 0"/>
                </dgm:if>
                <dgm:else name="Name23"/>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4"/>
    </dgm:choose>
    <dgm:choose name="Name25">
      <dgm:if name="Name26" axis="ch" ptType="node" func="cnt" op="gte" val="2">
        <dgm:layoutNode name="ellipse2" styleLbl="vennNode1">
          <dgm:varLst>
            <dgm:bulletEnabled val="1"/>
          </dgm:varLst>
          <dgm:alg type="tx"/>
          <dgm:choose name="Name27">
            <dgm:if name="Name28" func="var" arg="dir" op="equ" val="norm">
              <dgm:shape xmlns:r="http://schemas.openxmlformats.org/officeDocument/2006/relationships" type="ellipse" r:blip="">
                <dgm:adjLst/>
              </dgm:shape>
              <dgm:presOf axis="ch desOrSelf" ptType="node node" st="2 1" cnt="1 0"/>
            </dgm:if>
            <dgm:else name="Name29">
              <dgm:shape xmlns:r="http://schemas.openxmlformats.org/officeDocument/2006/relationships" type="ellipse" r:blip="" zOrderOff="-2">
                <dgm:adjLst/>
              </dgm:shape>
              <dgm:choose name="Name30">
                <dgm:if name="Name31" axis="ch" ptType="node" func="cnt" op="equ" val="2">
                  <dgm:presOf axis="ch desOrSelf" ptType="node node" st="1 1" cnt="1 0"/>
                </dgm:if>
                <dgm:if name="Name32" axis="ch" ptType="node" func="cnt" op="equ" val="3">
                  <dgm:presOf axis="ch desOrSelf" ptType="node node" st="2 1" cnt="1 0"/>
                </dgm:if>
                <dgm:if name="Name33" axis="ch" ptType="node" func="cnt" op="equ" val="4">
                  <dgm:presOf axis="ch desOrSelf" ptType="node node" st="3 1" cnt="1 0"/>
                </dgm:if>
                <dgm:if name="Name34" axis="ch" ptType="node" func="cnt" op="equ" val="5">
                  <dgm:presOf axis="ch desOrSelf" ptType="node node" st="4 1" cnt="1 0"/>
                </dgm:if>
                <dgm:if name="Name35" axis="ch" ptType="node" func="cnt" op="equ" val="6">
                  <dgm:presOf axis="ch desOrSelf" ptType="node node" st="5 1" cnt="1 0"/>
                </dgm:if>
                <dgm:if name="Name36" axis="ch" ptType="node" func="cnt" op="gte" val="7">
                  <dgm:presOf axis="ch desOrSelf" ptType="node node" st="6 1" cnt="1 0"/>
                </dgm:if>
                <dgm:else name="Name37"/>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8"/>
    </dgm:choose>
    <dgm:choose name="Name39">
      <dgm:if name="Name40" axis="ch" ptType="node" func="cnt" op="gte" val="3">
        <dgm:layoutNode name="ellipse3" styleLbl="vennNode1">
          <dgm:varLst>
            <dgm:bulletEnabled val="1"/>
          </dgm:varLst>
          <dgm:alg type="tx"/>
          <dgm:shape xmlns:r="http://schemas.openxmlformats.org/officeDocument/2006/relationships" type="ellipse" r:blip="">
            <dgm:adjLst/>
          </dgm:shape>
          <dgm:choose name="Name41">
            <dgm:if name="Name42" func="var" arg="dir" op="equ" val="norm">
              <dgm:shape xmlns:r="http://schemas.openxmlformats.org/officeDocument/2006/relationships" type="ellipse" r:blip="">
                <dgm:adjLst/>
              </dgm:shape>
              <dgm:presOf axis="ch desOrSelf" ptType="node node" st="3 1" cnt="1 0"/>
            </dgm:if>
            <dgm:else name="Name43">
              <dgm:shape xmlns:r="http://schemas.openxmlformats.org/officeDocument/2006/relationships" type="ellipse" r:blip="" zOrderOff="-4">
                <dgm:adjLst/>
              </dgm:shape>
              <dgm:choose name="Name44">
                <dgm:if name="Name45" axis="ch" ptType="node" func="cnt" op="equ" val="3">
                  <dgm:presOf axis="ch desOrSelf" ptType="node node" st="1 1" cnt="1 0"/>
                </dgm:if>
                <dgm:if name="Name46" axis="ch" ptType="node" func="cnt" op="equ" val="4">
                  <dgm:presOf axis="ch desOrSelf" ptType="node node" st="2 1" cnt="1 0"/>
                </dgm:if>
                <dgm:if name="Name47" axis="ch" ptType="node" func="cnt" op="equ" val="5">
                  <dgm:presOf axis="ch desOrSelf" ptType="node node" st="3 1" cnt="1 0"/>
                </dgm:if>
                <dgm:if name="Name48" axis="ch" ptType="node" func="cnt" op="equ" val="6">
                  <dgm:presOf axis="ch desOrSelf" ptType="node node" st="4 1" cnt="1 0"/>
                </dgm:if>
                <dgm:if name="Name49" axis="ch" ptType="node" func="cnt" op="gte" val="7">
                  <dgm:presOf axis="ch desOrSelf" ptType="node node" st="5 1" cnt="1 0"/>
                </dgm:if>
                <dgm:else name="Name50"/>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1"/>
    </dgm:choose>
    <dgm:choose name="Name52">
      <dgm:if name="Name53" axis="ch" ptType="node" func="cnt" op="gte" val="4">
        <dgm:layoutNode name="ellipse4" styleLbl="vennNode1">
          <dgm:varLst>
            <dgm:bulletEnabled val="1"/>
          </dgm:varLst>
          <dgm:alg type="tx"/>
          <dgm:choose name="Name54">
            <dgm:if name="Name55" func="var" arg="dir" op="equ" val="norm">
              <dgm:shape xmlns:r="http://schemas.openxmlformats.org/officeDocument/2006/relationships" type="ellipse" r:blip="">
                <dgm:adjLst/>
              </dgm:shape>
              <dgm:presOf axis="ch desOrSelf" ptType="node node" st="4 1" cnt="1 0"/>
            </dgm:if>
            <dgm:else name="Name56">
              <dgm:shape xmlns:r="http://schemas.openxmlformats.org/officeDocument/2006/relationships" type="ellipse" r:blip="" zOrderOff="-6">
                <dgm:adjLst/>
              </dgm:shape>
              <dgm:choose name="Name57">
                <dgm:if name="Name58" axis="ch" ptType="node" func="cnt" op="equ" val="4">
                  <dgm:presOf axis="ch desOrSelf" ptType="node node" st="1 1" cnt="1 0"/>
                </dgm:if>
                <dgm:if name="Name59" axis="ch" ptType="node" func="cnt" op="equ" val="5">
                  <dgm:presOf axis="ch desOrSelf" ptType="node node" st="2 1" cnt="1 0"/>
                </dgm:if>
                <dgm:if name="Name60" axis="ch" ptType="node" func="cnt" op="equ" val="6">
                  <dgm:presOf axis="ch desOrSelf" ptType="node node" st="3 1" cnt="1 0"/>
                </dgm:if>
                <dgm:if name="Name61" axis="ch" ptType="node" func="cnt" op="gte" val="7">
                  <dgm:presOf axis="ch desOrSelf" ptType="node node" st="4 1" cnt="1 0"/>
                </dgm:if>
                <dgm:else name="Name62"/>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3"/>
    </dgm:choose>
    <dgm:choose name="Name64">
      <dgm:if name="Name65" axis="ch" ptType="node" func="cnt" op="gte" val="5">
        <dgm:layoutNode name="ellipse5" styleLbl="vennNode1">
          <dgm:varLst>
            <dgm:bulletEnabled val="1"/>
          </dgm:varLst>
          <dgm:alg type="tx"/>
          <dgm:choose name="Name66">
            <dgm:if name="Name67" func="var" arg="dir" op="equ" val="norm">
              <dgm:shape xmlns:r="http://schemas.openxmlformats.org/officeDocument/2006/relationships" type="ellipse" r:blip="">
                <dgm:adjLst/>
              </dgm:shape>
              <dgm:presOf axis="ch desOrSelf" ptType="node node" st="5 1" cnt="1 0"/>
            </dgm:if>
            <dgm:else name="Name68">
              <dgm:shape xmlns:r="http://schemas.openxmlformats.org/officeDocument/2006/relationships" type="ellipse" r:blip="" zOrderOff="-8">
                <dgm:adjLst/>
              </dgm:shape>
              <dgm:choose name="Name69">
                <dgm:if name="Name70" axis="ch" ptType="node" func="cnt" op="equ" val="5">
                  <dgm:presOf axis="ch desOrSelf" ptType="node node" st="1 1" cnt="1 0"/>
                </dgm:if>
                <dgm:if name="Name71" axis="ch" ptType="node" func="cnt" op="equ" val="6">
                  <dgm:presOf axis="ch desOrSelf" ptType="node node" st="2 1" cnt="1 0"/>
                </dgm:if>
                <dgm:if name="Name72" axis="ch" ptType="node" func="cnt" op="gte" val="7">
                  <dgm:presOf axis="ch desOrSelf" ptType="node node" st="3 1" cnt="1 0"/>
                </dgm:if>
                <dgm:else name="Name73"/>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4"/>
    </dgm:choose>
    <dgm:choose name="Name75">
      <dgm:if name="Name76" axis="ch" ptType="node" func="cnt" op="gte" val="6">
        <dgm:layoutNode name="ellipse6" styleLbl="vennNode1">
          <dgm:varLst>
            <dgm:bulletEnabled val="1"/>
          </dgm:varLst>
          <dgm:alg type="tx"/>
          <dgm:choose name="Name77">
            <dgm:if name="Name78" func="var" arg="dir" op="equ" val="norm">
              <dgm:shape xmlns:r="http://schemas.openxmlformats.org/officeDocument/2006/relationships" type="ellipse" r:blip="">
                <dgm:adjLst/>
              </dgm:shape>
              <dgm:presOf axis="ch desOrSelf" ptType="node node" st="6 1" cnt="1 0"/>
            </dgm:if>
            <dgm:else name="Name79">
              <dgm:shape xmlns:r="http://schemas.openxmlformats.org/officeDocument/2006/relationships" type="ellipse" r:blip="" zOrderOff="-10">
                <dgm:adjLst/>
              </dgm:shape>
              <dgm:choose name="Name80">
                <dgm:if name="Name81" axis="ch" ptType="node" func="cnt" op="equ" val="6">
                  <dgm:presOf axis="ch desOrSelf" ptType="node node" st="1 1" cnt="1 0"/>
                </dgm:if>
                <dgm:if name="Name82" axis="ch" ptType="node" func="cnt" op="gte" val="7">
                  <dgm:presOf axis="ch desOrSelf" ptType="node node" st="2 1" cnt="1 0"/>
                </dgm:if>
                <dgm:else name="Name83"/>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choose name="Name85">
      <dgm:if name="Name86" axis="ch" ptType="node" func="cnt" op="gte" val="7">
        <dgm:layoutNode name="ellipse7" styleLbl="vennNode1">
          <dgm:varLst>
            <dgm:bulletEnabled val="1"/>
          </dgm:varLst>
          <dgm:alg type="tx"/>
          <dgm:choose name="Name87">
            <dgm:if name="Name88" func="var" arg="dir" op="equ" val="norm">
              <dgm:shape xmlns:r="http://schemas.openxmlformats.org/officeDocument/2006/relationships" type="ellipse" r:blip="">
                <dgm:adjLst/>
              </dgm:shape>
              <dgm:presOf axis="ch desOrSelf" ptType="node node" st="7 1" cnt="1 0"/>
            </dgm:if>
            <dgm:else name="Name89">
              <dgm:shape xmlns:r="http://schemas.openxmlformats.org/officeDocument/2006/relationships" type="ellipse" r:blip="" zOrderOff="-12">
                <dgm:adjLst/>
              </dgm:shape>
              <dgm:presOf axis="ch desOrSelf" ptType="node node" st="1 1" cnt="1 0"/>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dgm:layoutDef>
</file>

<file path=ppt/diagrams/layout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0F2D6876-F133-46D3-95E2-A34AD9BDC8CB}" type="datetimeFigureOut">
              <a:rPr lang="en-US"/>
              <a:pPr>
                <a:defRPr/>
              </a:pPr>
              <a:t>07-Jan-26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1DA40400-4F5E-4E00-9BB5-F457594CE77A}" type="slidenum">
              <a:rPr lang="en-US"/>
              <a:pPr>
                <a:defRPr/>
              </a:pPr>
              <a:t>‹#›</a:t>
            </a:fld>
            <a:endParaRPr lang="en-US"/>
          </a:p>
        </p:txBody>
      </p:sp>
    </p:spTree>
    <p:extLst>
      <p:ext uri="{BB962C8B-B14F-4D97-AF65-F5344CB8AC3E}">
        <p14:creationId xmlns:p14="http://schemas.microsoft.com/office/powerpoint/2010/main" val="313356421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a:defRPr/>
            </a:pPr>
            <a:fld id="{875161A3-B757-4210-8554-6B2250A4A5D7}" type="datetime1">
              <a:rPr lang="en-US" smtClean="0"/>
              <a:pPr>
                <a:defRPr/>
              </a:pPr>
              <a:t>07-Jan-26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875161A3-B757-4210-8554-6B2250A4A5D7}" type="datetime1">
              <a:rPr lang="en-US" smtClean="0"/>
              <a:pPr>
                <a:defRPr/>
              </a:pPr>
              <a:t>07-Jan-26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875161A3-B757-4210-8554-6B2250A4A5D7}" type="datetime1">
              <a:rPr lang="en-US" smtClean="0"/>
              <a:pPr>
                <a:defRPr/>
              </a:pPr>
              <a:t>07-Jan-26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a:defRPr/>
            </a:pPr>
            <a:fld id="{875161A3-B757-4210-8554-6B2250A4A5D7}" type="datetime1">
              <a:rPr lang="en-US" smtClean="0"/>
              <a:pPr>
                <a:defRPr/>
              </a:pPr>
              <a:t>07-Jan-26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a:defRPr/>
            </a:pPr>
            <a:fld id="{875161A3-B757-4210-8554-6B2250A4A5D7}" type="datetime1">
              <a:rPr lang="en-US" smtClean="0"/>
              <a:pPr>
                <a:defRPr/>
              </a:pPr>
              <a:t>07-Jan-26</a:t>
            </a:fld>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a:defRPr/>
            </a:pPr>
            <a:fld id="{875161A3-B757-4210-8554-6B2250A4A5D7}" type="datetime1">
              <a:rPr lang="en-US" smtClean="0"/>
              <a:pPr>
                <a:defRPr/>
              </a:pPr>
              <a:t>07-Jan-26</a:t>
            </a:fld>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875161A3-B757-4210-8554-6B2250A4A5D7}" type="datetime1">
              <a:rPr lang="en-US" smtClean="0"/>
              <a:pPr>
                <a:defRPr/>
              </a:pPr>
              <a:t>07-Jan-26</a:t>
            </a:fld>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875161A3-B757-4210-8554-6B2250A4A5D7}" type="datetime1">
              <a:rPr lang="en-US" smtClean="0"/>
              <a:pPr>
                <a:defRPr/>
              </a:pPr>
              <a:t>07-Jan-26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875161A3-B757-4210-8554-6B2250A4A5D7}" type="datetime1">
              <a:rPr lang="en-US" smtClean="0"/>
              <a:pPr>
                <a:defRPr/>
              </a:pPr>
              <a:t>07-Jan-26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875161A3-B757-4210-8554-6B2250A4A5D7}" type="datetime1">
              <a:rPr lang="en-US" smtClean="0"/>
              <a:pPr>
                <a:defRPr/>
              </a:pPr>
              <a:t>07-Jan-26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875161A3-B757-4210-8554-6B2250A4A5D7}" type="datetime1">
              <a:rPr lang="en-US" smtClean="0"/>
              <a:pPr>
                <a:defRPr/>
              </a:pPr>
              <a:t>07-Jan-26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6" name="Rectangle 5"/>
          <p:cNvSpPr/>
          <p:nvPr/>
        </p:nvSpPr>
        <p:spPr>
          <a:xfrm>
            <a:off x="0" y="0"/>
            <a:ext cx="121920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p:txBody>
          <a:bodyPr/>
          <a:lstStyle>
            <a:lvl1pPr>
              <a:defRPr b="1">
                <a:solidFill>
                  <a:schemeClr val="accent1">
                    <a:lumMod val="75000"/>
                  </a:schemeClr>
                </a:solidFill>
              </a:defRPr>
            </a:lvl1pPr>
          </a:lstStyle>
          <a:p>
            <a:r>
              <a:rPr lang="en-US"/>
              <a:t>Click to edit Master title style</a:t>
            </a:r>
            <a:endParaRPr lang="en-US" dirty="0"/>
          </a:p>
        </p:txBody>
      </p:sp>
      <p:sp>
        <p:nvSpPr>
          <p:cNvPr id="9" name="Content Placeholder 8"/>
          <p:cNvSpPr>
            <a:spLocks noGrp="1"/>
          </p:cNvSpPr>
          <p:nvPr>
            <p:ph sz="quarter" idx="13"/>
          </p:nvPr>
        </p:nvSpPr>
        <p:spPr>
          <a:xfrm>
            <a:off x="609600" y="1676400"/>
            <a:ext cx="10972800" cy="3962400"/>
          </a:xfrm>
        </p:spPr>
        <p:txBody>
          <a:bodyPr/>
          <a:lstStyle>
            <a:lvl1pPr>
              <a:defRPr>
                <a:solidFill>
                  <a:schemeClr val="accent1">
                    <a:lumMod val="75000"/>
                  </a:schemeClr>
                </a:solidFill>
              </a:defRPr>
            </a:lvl1pPr>
            <a:lvl2pPr>
              <a:defRPr>
                <a:solidFill>
                  <a:schemeClr val="accent5">
                    <a:lumMod val="75000"/>
                  </a:schemeClr>
                </a:solidFill>
              </a:defRPr>
            </a:lvl2pPr>
            <a:lvl3pPr>
              <a:defRPr>
                <a:solidFill>
                  <a:schemeClr val="accent2">
                    <a:lumMod val="75000"/>
                  </a:schemeClr>
                </a:solidFill>
              </a:defRPr>
            </a:lvl3pPr>
            <a:lvl4pPr>
              <a:defRPr>
                <a:solidFill>
                  <a:schemeClr val="accent6">
                    <a:lumMod val="75000"/>
                  </a:schemeClr>
                </a:solidFill>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2"/>
          <p:cNvSpPr>
            <a:spLocks noGrp="1"/>
          </p:cNvSpPr>
          <p:nvPr>
            <p:ph type="dt" sz="half" idx="14"/>
          </p:nvPr>
        </p:nvSpPr>
        <p:spPr/>
        <p:txBody>
          <a:bodyPr/>
          <a:lstStyle>
            <a:lvl1pPr>
              <a:defRPr/>
            </a:lvl1pPr>
          </a:lstStyle>
          <a:p>
            <a:pPr>
              <a:defRPr/>
            </a:pPr>
            <a:fld id="{277AD9AE-DAF0-4070-950A-9E3660EBE497}" type="datetime1">
              <a:rPr lang="en-US" smtClean="0"/>
              <a:pPr>
                <a:defRPr/>
              </a:pPr>
              <a:t>07-Jan-26</a:t>
            </a:fld>
            <a:endParaRPr lang="en-US"/>
          </a:p>
        </p:txBody>
      </p:sp>
      <p:sp>
        <p:nvSpPr>
          <p:cNvPr id="8" name="Footer Placeholder 3"/>
          <p:cNvSpPr>
            <a:spLocks noGrp="1"/>
          </p:cNvSpPr>
          <p:nvPr>
            <p:ph type="ftr" sz="quarter" idx="15"/>
          </p:nvPr>
        </p:nvSpPr>
        <p:spPr/>
        <p:txBody>
          <a:bodyPr/>
          <a:lstStyle>
            <a:lvl1pPr>
              <a:defRPr/>
            </a:lvl1pPr>
          </a:lstStyle>
          <a:p>
            <a:pPr>
              <a:defRPr/>
            </a:pPr>
            <a:endParaRPr lang="en-US"/>
          </a:p>
        </p:txBody>
      </p:sp>
      <p:sp>
        <p:nvSpPr>
          <p:cNvPr id="10" name="Slide Number Placeholder 4"/>
          <p:cNvSpPr>
            <a:spLocks noGrp="1"/>
          </p:cNvSpPr>
          <p:nvPr>
            <p:ph type="sldNum" sz="quarter" idx="16"/>
          </p:nvPr>
        </p:nvSpPr>
        <p:spPr/>
        <p:txBody>
          <a:bodyPr/>
          <a:lstStyle>
            <a:lvl1pPr>
              <a:defRPr/>
            </a:lvl1pPr>
          </a:lstStyle>
          <a:p>
            <a:pPr>
              <a:defRPr/>
            </a:pPr>
            <a:fld id="{4CD333A3-7515-47B8-9EDC-EE0892D9C861}" type="slidenum">
              <a:rPr lang="en-US" smtClean="0"/>
              <a:pPr>
                <a:defRPr/>
              </a:pPr>
              <a:t>‹#›</a:t>
            </a:fld>
            <a:endParaRPr lang="en-US"/>
          </a:p>
        </p:txBody>
      </p:sp>
      <p:pic>
        <p:nvPicPr>
          <p:cNvPr id="11" name="Picture 1"/>
          <p:cNvPicPr>
            <a:picLocks noChangeAspect="1" noChangeArrowheads="1"/>
          </p:cNvPicPr>
          <p:nvPr userDrawn="1"/>
        </p:nvPicPr>
        <p:blipFill>
          <a:blip r:embed="rId2"/>
          <a:srcRect/>
          <a:stretch>
            <a:fillRect/>
          </a:stretch>
        </p:blipFill>
        <p:spPr bwMode="auto">
          <a:xfrm>
            <a:off x="609600" y="6356351"/>
            <a:ext cx="1538817" cy="471487"/>
          </a:xfrm>
          <a:prstGeom prst="rect">
            <a:avLst/>
          </a:prstGeom>
          <a:noFill/>
          <a:ln w="9525">
            <a:noFill/>
            <a:miter lim="800000"/>
            <a:headEnd/>
            <a:tailEnd/>
          </a:ln>
        </p:spPr>
      </p:pic>
      <p:sp>
        <p:nvSpPr>
          <p:cNvPr id="12" name="Rectangle 11"/>
          <p:cNvSpPr/>
          <p:nvPr userDrawn="1"/>
        </p:nvSpPr>
        <p:spPr>
          <a:xfrm>
            <a:off x="2336801" y="6356351"/>
            <a:ext cx="9842500" cy="4652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r>
              <a:rPr lang="en-US" sz="2000" b="1" dirty="0"/>
              <a:t>B.Sc. Final-Defense</a:t>
            </a:r>
            <a:endParaRPr lang="en-US" b="1" dirty="0"/>
          </a:p>
        </p:txBody>
      </p:sp>
      <p:sp>
        <p:nvSpPr>
          <p:cNvPr id="13" name="Rectangle 12"/>
          <p:cNvSpPr/>
          <p:nvPr userDrawn="1"/>
        </p:nvSpPr>
        <p:spPr>
          <a:xfrm>
            <a:off x="0" y="0"/>
            <a:ext cx="121920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Tree>
    <p:extLst>
      <p:ext uri="{BB962C8B-B14F-4D97-AF65-F5344CB8AC3E}">
        <p14:creationId xmlns:p14="http://schemas.microsoft.com/office/powerpoint/2010/main" val="13202636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5" name="Rectangle 4"/>
          <p:cNvSpPr/>
          <p:nvPr userDrawn="1"/>
        </p:nvSpPr>
        <p:spPr>
          <a:xfrm>
            <a:off x="3759200" y="0"/>
            <a:ext cx="8432800" cy="685800"/>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r>
              <a:rPr lang="en-US" sz="2000" b="1" dirty="0"/>
              <a:t>B.Sc. Final-Defense</a:t>
            </a:r>
            <a:endParaRPr lang="en-US" b="1" dirty="0"/>
          </a:p>
        </p:txBody>
      </p:sp>
      <p:pic>
        <p:nvPicPr>
          <p:cNvPr id="6" name="Picture 1"/>
          <p:cNvPicPr>
            <a:picLocks noChangeAspect="1" noChangeArrowheads="1"/>
          </p:cNvPicPr>
          <p:nvPr userDrawn="1"/>
        </p:nvPicPr>
        <p:blipFill>
          <a:blip r:embed="rId2"/>
          <a:srcRect/>
          <a:stretch>
            <a:fillRect/>
          </a:stretch>
        </p:blipFill>
        <p:spPr bwMode="auto">
          <a:xfrm>
            <a:off x="146051" y="76200"/>
            <a:ext cx="2444749" cy="685800"/>
          </a:xfrm>
          <a:prstGeom prst="rect">
            <a:avLst/>
          </a:prstGeom>
          <a:noFill/>
          <a:ln w="9525">
            <a:noFill/>
            <a:miter lim="800000"/>
            <a:headEnd/>
            <a:tailEnd/>
          </a:ln>
        </p:spPr>
      </p:pic>
      <p:sp>
        <p:nvSpPr>
          <p:cNvPr id="7" name="Rectangle 6"/>
          <p:cNvSpPr/>
          <p:nvPr userDrawn="1"/>
        </p:nvSpPr>
        <p:spPr>
          <a:xfrm>
            <a:off x="3555999" y="3271960"/>
            <a:ext cx="5080000" cy="533400"/>
          </a:xfrm>
          <a:prstGeom prst="rect">
            <a:avLst/>
          </a:prstGeom>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r>
              <a:rPr lang="en-US" sz="2400" b="1" dirty="0"/>
              <a:t>Presented by</a:t>
            </a:r>
          </a:p>
        </p:txBody>
      </p:sp>
      <p:sp>
        <p:nvSpPr>
          <p:cNvPr id="2" name="Title 1"/>
          <p:cNvSpPr>
            <a:spLocks noGrp="1"/>
          </p:cNvSpPr>
          <p:nvPr>
            <p:ph type="ctrTitle"/>
          </p:nvPr>
        </p:nvSpPr>
        <p:spPr>
          <a:xfrm>
            <a:off x="914400" y="1143000"/>
            <a:ext cx="10363200" cy="1752600"/>
          </a:xfrm>
        </p:spPr>
        <p:txBody>
          <a:bodyPr/>
          <a:lstStyle>
            <a:lvl1pPr>
              <a:defRPr b="1">
                <a:solidFill>
                  <a:schemeClr val="tx2">
                    <a:lumMod val="75000"/>
                  </a:schemeClr>
                </a:solidFill>
                <a:effectLst>
                  <a:outerShdw blurRad="38100" dist="38100" dir="2700000" algn="tl">
                    <a:srgbClr val="000000">
                      <a:alpha val="43137"/>
                    </a:srgbClr>
                  </a:outerShdw>
                </a:effectLst>
                <a:latin typeface="+mj-lt"/>
                <a:cs typeface="Times New Roman" pitchFamily="18" charset="0"/>
              </a:defRPr>
            </a:lvl1pPr>
          </a:lstStyle>
          <a:p>
            <a:r>
              <a:rPr lang="en-US"/>
              <a:t>Click to edit Master title style</a:t>
            </a:r>
            <a:endParaRPr lang="en-US" dirty="0"/>
          </a:p>
        </p:txBody>
      </p:sp>
      <p:sp>
        <p:nvSpPr>
          <p:cNvPr id="3" name="Subtitle 2"/>
          <p:cNvSpPr>
            <a:spLocks noGrp="1"/>
          </p:cNvSpPr>
          <p:nvPr>
            <p:ph type="subTitle" idx="1"/>
          </p:nvPr>
        </p:nvSpPr>
        <p:spPr>
          <a:xfrm>
            <a:off x="3102707" y="3959471"/>
            <a:ext cx="5986585" cy="2209800"/>
          </a:xfrm>
        </p:spPr>
        <p:txBody>
          <a:bodyPr>
            <a:normAutofit/>
          </a:bodyPr>
          <a:lstStyle>
            <a:lvl1pPr marL="0" indent="0" algn="ctr">
              <a:buNone/>
              <a:defRPr sz="2700">
                <a:solidFill>
                  <a:schemeClr val="accent1">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9" name="Date Placeholder 3"/>
          <p:cNvSpPr>
            <a:spLocks noGrp="1"/>
          </p:cNvSpPr>
          <p:nvPr>
            <p:ph type="dt" sz="half" idx="14"/>
          </p:nvPr>
        </p:nvSpPr>
        <p:spPr/>
        <p:txBody>
          <a:bodyPr/>
          <a:lstStyle>
            <a:lvl1pPr>
              <a:defRPr/>
            </a:lvl1pPr>
          </a:lstStyle>
          <a:p>
            <a:pPr>
              <a:defRPr/>
            </a:pPr>
            <a:fld id="{BCC254C3-6D07-4044-A98A-C7B9FCC216AA}" type="datetime1">
              <a:rPr lang="en-US"/>
              <a:pPr>
                <a:defRPr/>
              </a:pPr>
              <a:t>07-Jan-26</a:t>
            </a:fld>
            <a:endParaRPr lang="en-US"/>
          </a:p>
        </p:txBody>
      </p:sp>
      <p:sp>
        <p:nvSpPr>
          <p:cNvPr id="10" name="Footer Placeholder 4"/>
          <p:cNvSpPr>
            <a:spLocks noGrp="1"/>
          </p:cNvSpPr>
          <p:nvPr>
            <p:ph type="ftr" sz="quarter" idx="15"/>
          </p:nvPr>
        </p:nvSpPr>
        <p:spPr/>
        <p:txBody>
          <a:bodyPr/>
          <a:lstStyle>
            <a:lvl1pPr>
              <a:defRPr/>
            </a:lvl1pPr>
          </a:lstStyle>
          <a:p>
            <a:pPr>
              <a:defRPr/>
            </a:pPr>
            <a:endParaRPr lang="en-US"/>
          </a:p>
        </p:txBody>
      </p:sp>
      <p:sp>
        <p:nvSpPr>
          <p:cNvPr id="11" name="Slide Number Placeholder 5"/>
          <p:cNvSpPr>
            <a:spLocks noGrp="1"/>
          </p:cNvSpPr>
          <p:nvPr>
            <p:ph type="sldNum" sz="quarter" idx="16"/>
          </p:nvPr>
        </p:nvSpPr>
        <p:spPr/>
        <p:txBody>
          <a:bodyPr/>
          <a:lstStyle>
            <a:lvl1pPr>
              <a:defRPr/>
            </a:lvl1pPr>
          </a:lstStyle>
          <a:p>
            <a:pPr>
              <a:defRPr/>
            </a:pPr>
            <a:fld id="{E62AF6E4-9F0F-4D32-8D8E-755B2E69BAD2}" type="slidenum">
              <a:rPr lang="en-US"/>
              <a:pPr>
                <a:defRPr/>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pic>
        <p:nvPicPr>
          <p:cNvPr id="4" name="Picture 1"/>
          <p:cNvPicPr>
            <a:picLocks noChangeAspect="1" noChangeArrowheads="1"/>
          </p:cNvPicPr>
          <p:nvPr userDrawn="1"/>
        </p:nvPicPr>
        <p:blipFill>
          <a:blip r:embed="rId2"/>
          <a:srcRect/>
          <a:stretch>
            <a:fillRect/>
          </a:stretch>
        </p:blipFill>
        <p:spPr bwMode="auto">
          <a:xfrm>
            <a:off x="304801" y="5943600"/>
            <a:ext cx="1538817" cy="304800"/>
          </a:xfrm>
          <a:prstGeom prst="rect">
            <a:avLst/>
          </a:prstGeom>
          <a:noFill/>
          <a:ln w="9525">
            <a:noFill/>
            <a:miter lim="800000"/>
            <a:headEnd/>
            <a:tailEnd/>
          </a:ln>
        </p:spPr>
      </p:pic>
      <p:sp>
        <p:nvSpPr>
          <p:cNvPr id="5" name="Rectangle 4"/>
          <p:cNvSpPr/>
          <p:nvPr userDrawn="1"/>
        </p:nvSpPr>
        <p:spPr>
          <a:xfrm>
            <a:off x="2336801" y="5943600"/>
            <a:ext cx="98425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r>
              <a:rPr lang="en-US" sz="2000" b="1" dirty="0"/>
              <a:t>Final Year Defense</a:t>
            </a:r>
            <a:endParaRPr lang="en-US" b="1" dirty="0"/>
          </a:p>
        </p:txBody>
      </p:sp>
      <p:sp>
        <p:nvSpPr>
          <p:cNvPr id="6" name="Rectangle 5"/>
          <p:cNvSpPr/>
          <p:nvPr userDrawn="1"/>
        </p:nvSpPr>
        <p:spPr>
          <a:xfrm>
            <a:off x="0" y="0"/>
            <a:ext cx="121920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p:txBody>
          <a:bodyPr/>
          <a:lstStyle>
            <a:lvl1pPr>
              <a:defRPr b="1">
                <a:solidFill>
                  <a:schemeClr val="accent1">
                    <a:lumMod val="75000"/>
                  </a:schemeClr>
                </a:solidFill>
              </a:defRPr>
            </a:lvl1pPr>
          </a:lstStyle>
          <a:p>
            <a:r>
              <a:rPr lang="en-US" dirty="0"/>
              <a:t>Click to edit Master title style</a:t>
            </a:r>
          </a:p>
        </p:txBody>
      </p:sp>
      <p:sp>
        <p:nvSpPr>
          <p:cNvPr id="9" name="Content Placeholder 8"/>
          <p:cNvSpPr>
            <a:spLocks noGrp="1"/>
          </p:cNvSpPr>
          <p:nvPr>
            <p:ph sz="quarter" idx="13"/>
          </p:nvPr>
        </p:nvSpPr>
        <p:spPr>
          <a:xfrm>
            <a:off x="609600" y="1676400"/>
            <a:ext cx="10972800" cy="3962400"/>
          </a:xfrm>
        </p:spPr>
        <p:txBody>
          <a:bodyPr/>
          <a:lstStyle>
            <a:lvl1pPr>
              <a:defRPr>
                <a:solidFill>
                  <a:schemeClr val="accent1">
                    <a:lumMod val="75000"/>
                  </a:schemeClr>
                </a:solidFill>
              </a:defRPr>
            </a:lvl1pPr>
            <a:lvl2pPr>
              <a:defRPr>
                <a:solidFill>
                  <a:schemeClr val="accent5">
                    <a:lumMod val="75000"/>
                  </a:schemeClr>
                </a:solidFill>
              </a:defRPr>
            </a:lvl2pPr>
            <a:lvl3pPr>
              <a:defRPr>
                <a:solidFill>
                  <a:schemeClr val="accent2">
                    <a:lumMod val="75000"/>
                  </a:schemeClr>
                </a:solidFill>
              </a:defRPr>
            </a:lvl3pPr>
            <a:lvl4pPr>
              <a:defRPr>
                <a:solidFill>
                  <a:schemeClr val="accent6">
                    <a:lumMod val="75000"/>
                  </a:schemeClr>
                </a:solidFill>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2"/>
          <p:cNvSpPr>
            <a:spLocks noGrp="1"/>
          </p:cNvSpPr>
          <p:nvPr>
            <p:ph type="dt" sz="half" idx="14"/>
          </p:nvPr>
        </p:nvSpPr>
        <p:spPr/>
        <p:txBody>
          <a:bodyPr/>
          <a:lstStyle>
            <a:lvl1pPr>
              <a:defRPr/>
            </a:lvl1pPr>
          </a:lstStyle>
          <a:p>
            <a:pPr>
              <a:defRPr/>
            </a:pPr>
            <a:fld id="{277AD9AE-DAF0-4070-950A-9E3660EBE497}" type="datetime1">
              <a:rPr lang="en-US"/>
              <a:pPr>
                <a:defRPr/>
              </a:pPr>
              <a:t>07-Jan-26</a:t>
            </a:fld>
            <a:endParaRPr lang="en-US"/>
          </a:p>
        </p:txBody>
      </p:sp>
      <p:sp>
        <p:nvSpPr>
          <p:cNvPr id="8" name="Footer Placeholder 3"/>
          <p:cNvSpPr>
            <a:spLocks noGrp="1"/>
          </p:cNvSpPr>
          <p:nvPr>
            <p:ph type="ftr" sz="quarter" idx="15"/>
          </p:nvPr>
        </p:nvSpPr>
        <p:spPr/>
        <p:txBody>
          <a:bodyPr/>
          <a:lstStyle>
            <a:lvl1pPr>
              <a:defRPr/>
            </a:lvl1pPr>
          </a:lstStyle>
          <a:p>
            <a:pPr>
              <a:defRPr/>
            </a:pPr>
            <a:endParaRPr lang="en-US"/>
          </a:p>
        </p:txBody>
      </p:sp>
      <p:sp>
        <p:nvSpPr>
          <p:cNvPr id="10" name="Slide Number Placeholder 4"/>
          <p:cNvSpPr>
            <a:spLocks noGrp="1"/>
          </p:cNvSpPr>
          <p:nvPr>
            <p:ph type="sldNum" sz="quarter" idx="16"/>
          </p:nvPr>
        </p:nvSpPr>
        <p:spPr/>
        <p:txBody>
          <a:bodyPr/>
          <a:lstStyle>
            <a:lvl1pPr>
              <a:defRPr/>
            </a:lvl1pPr>
          </a:lstStyle>
          <a:p>
            <a:pPr>
              <a:defRPr/>
            </a:pPr>
            <a:fld id="{4CD333A3-7515-47B8-9EDC-EE0892D9C861}"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875161A3-B757-4210-8554-6B2250A4A5D7}" type="datetime1">
              <a:rPr lang="en-US" smtClean="0"/>
              <a:pPr>
                <a:defRPr/>
              </a:pPr>
              <a:t>07-Jan-26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3201EAB7-4B8F-4B70-B0ED-2782ACD77B02}" type="slidenum">
              <a:rPr lang="en-US" smtClean="0"/>
              <a:pPr>
                <a:defRPr/>
              </a:pPr>
              <a:t>‹#›</a:t>
            </a:fld>
            <a:endParaRPr lang="en-US"/>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58" r:id="rId14"/>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190500" y="1295400"/>
            <a:ext cx="11772900" cy="1371600"/>
          </a:xfrm>
        </p:spPr>
        <p:txBody>
          <a:bodyPr rtlCol="0">
            <a:noAutofit/>
          </a:bodyPr>
          <a:lstStyle/>
          <a:p>
            <a:pPr>
              <a:defRPr/>
            </a:pPr>
            <a:r>
              <a:rPr lang="en-US" sz="4800" dirty="0" err="1">
                <a:solidFill>
                  <a:srgbClr val="7030A0"/>
                </a:solidFill>
                <a:latin typeface="Times New Roman" panose="02020603050405020304" pitchFamily="18" charset="0"/>
              </a:rPr>
              <a:t>Anubaad</a:t>
            </a:r>
            <a:r>
              <a:rPr lang="en-US" sz="4800" dirty="0">
                <a:solidFill>
                  <a:srgbClr val="7030A0"/>
                </a:solidFill>
                <a:latin typeface="Times New Roman" panose="02020603050405020304" pitchFamily="18" charset="0"/>
              </a:rPr>
              <a:t> : A Machine Learning Approach to Recognize Bangla Sign Language</a:t>
            </a:r>
          </a:p>
        </p:txBody>
      </p:sp>
      <p:sp>
        <p:nvSpPr>
          <p:cNvPr id="5" name="Subtitle 4"/>
          <p:cNvSpPr>
            <a:spLocks noGrp="1"/>
          </p:cNvSpPr>
          <p:nvPr>
            <p:ph type="subTitle" idx="1"/>
          </p:nvPr>
        </p:nvSpPr>
        <p:spPr>
          <a:xfrm>
            <a:off x="3695700" y="3973399"/>
            <a:ext cx="4800600" cy="2438400"/>
          </a:xfrm>
        </p:spPr>
        <p:txBody>
          <a:bodyPr rtlCol="0">
            <a:normAutofit/>
          </a:bodyPr>
          <a:lstStyle/>
          <a:p>
            <a:r>
              <a:rPr lang="en-US" sz="2200" b="1" dirty="0">
                <a:solidFill>
                  <a:schemeClr val="tx1"/>
                </a:solidFill>
                <a:latin typeface="Times New Roman" panose="02020603050405020304" pitchFamily="18" charset="0"/>
                <a:cs typeface="Times New Roman" panose="02020603050405020304" pitchFamily="18" charset="0"/>
              </a:rPr>
              <a:t>Md. Mehedi Hasan</a:t>
            </a:r>
          </a:p>
          <a:p>
            <a:r>
              <a:rPr lang="en-US" sz="2200" b="1" dirty="0">
                <a:solidFill>
                  <a:schemeClr val="tx1"/>
                </a:solidFill>
                <a:latin typeface="Times New Roman" panose="02020603050405020304" pitchFamily="18" charset="0"/>
                <a:cs typeface="Times New Roman" panose="02020603050405020304" pitchFamily="18" charset="0"/>
              </a:rPr>
              <a:t>ID : 221-15-5976</a:t>
            </a:r>
            <a:endParaRPr lang="en-US" sz="2200" dirty="0">
              <a:solidFill>
                <a:schemeClr val="tx1"/>
              </a:solidFill>
              <a:latin typeface="Times New Roman" panose="02020603050405020304" pitchFamily="18" charset="0"/>
              <a:cs typeface="Times New Roman" panose="02020603050405020304" pitchFamily="18" charset="0"/>
            </a:endParaRPr>
          </a:p>
          <a:p>
            <a:r>
              <a:rPr lang="en-US" sz="2200" b="1" dirty="0">
                <a:solidFill>
                  <a:schemeClr val="tx1"/>
                </a:solidFill>
                <a:latin typeface="Times New Roman" panose="02020603050405020304" pitchFamily="18" charset="0"/>
                <a:cs typeface="Times New Roman" panose="02020603050405020304" pitchFamily="18" charset="0"/>
              </a:rPr>
              <a:t>Department : </a:t>
            </a:r>
            <a:r>
              <a:rPr lang="en-US" sz="2200" dirty="0">
                <a:solidFill>
                  <a:schemeClr val="tx1"/>
                </a:solidFill>
                <a:latin typeface="Times New Roman" panose="02020603050405020304" pitchFamily="18" charset="0"/>
                <a:cs typeface="Times New Roman" panose="02020603050405020304" pitchFamily="18" charset="0"/>
              </a:rPr>
              <a:t>CSE</a:t>
            </a:r>
          </a:p>
          <a:p>
            <a:r>
              <a:rPr lang="en-US" sz="2200" dirty="0">
                <a:solidFill>
                  <a:schemeClr val="tx1"/>
                </a:solidFill>
                <a:latin typeface="Times New Roman" panose="02020603050405020304" pitchFamily="18" charset="0"/>
                <a:cs typeface="Times New Roman" panose="02020603050405020304" pitchFamily="18" charset="0"/>
              </a:rPr>
              <a:t>Daffodil International University</a:t>
            </a:r>
          </a:p>
          <a:p>
            <a:pPr>
              <a:defRPr/>
            </a:pPr>
            <a:endParaRPr lang="en-US" sz="2800" dirty="0">
              <a:solidFill>
                <a:schemeClr val="tx1"/>
              </a:solidFill>
              <a:latin typeface="Times New Roman" pitchFamily="18" charset="0"/>
              <a:cs typeface="Times New Roman" pitchFamily="18" charset="0"/>
            </a:endParaRPr>
          </a:p>
          <a:p>
            <a:pPr>
              <a:defRPr/>
            </a:pP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Outline</a:t>
            </a:r>
            <a:endParaRPr lang="en-US" dirty="0">
              <a:solidFill>
                <a:srgbClr val="7030A0"/>
              </a:solidFill>
            </a:endParaRPr>
          </a:p>
        </p:txBody>
      </p:sp>
      <p:sp>
        <p:nvSpPr>
          <p:cNvPr id="3" name="Content Placeholder 2"/>
          <p:cNvSpPr>
            <a:spLocks noGrp="1"/>
          </p:cNvSpPr>
          <p:nvPr>
            <p:ph sz="quarter" idx="13"/>
          </p:nvPr>
        </p:nvSpPr>
        <p:spPr/>
        <p:txBody>
          <a:bodyPr>
            <a:normAutofit fontScale="77500" lnSpcReduction="20000"/>
          </a:bodyPr>
          <a:lstStyle/>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Introduction</a:t>
            </a: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Problem Statements</a:t>
            </a: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Motivation</a:t>
            </a: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Objective</a:t>
            </a: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Background Study</a:t>
            </a: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Comparison Between Existing Works</a:t>
            </a: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Gap Analysis</a:t>
            </a: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Methodology</a:t>
            </a: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Sample Dataset</a:t>
            </a: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Expected Output</a:t>
            </a: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Web Interface</a:t>
            </a: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Results &amp; Analysis</a:t>
            </a: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Novelty of the Work</a:t>
            </a: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Conclusion</a:t>
            </a: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References</a:t>
            </a:r>
          </a:p>
          <a:p>
            <a:pPr>
              <a:buNone/>
            </a:pPr>
            <a:endParaRPr lang="en-US" dirty="0"/>
          </a:p>
        </p:txBody>
      </p:sp>
      <p:sp>
        <p:nvSpPr>
          <p:cNvPr id="4" name="Slide Number Placeholder 3"/>
          <p:cNvSpPr>
            <a:spLocks noGrp="1"/>
          </p:cNvSpPr>
          <p:nvPr>
            <p:ph type="sldNum" sz="quarter" idx="16"/>
          </p:nvPr>
        </p:nvSpPr>
        <p:spPr/>
        <p:txBody>
          <a:bodyPr/>
          <a:lstStyle/>
          <a:p>
            <a:pPr>
              <a:defRPr/>
            </a:pPr>
            <a:fld id="{4CD333A3-7515-47B8-9EDC-EE0892D9C861}" type="slidenum">
              <a:rPr lang="en-US" smtClean="0"/>
              <a:pPr>
                <a:defRPr/>
              </a:pPr>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7400" y="274638"/>
            <a:ext cx="8229600" cy="868362"/>
          </a:xfrm>
        </p:spPr>
        <p:txBody>
          <a:bodyPr/>
          <a:lstStyle/>
          <a:p>
            <a:r>
              <a:rPr lang="en-US" dirty="0">
                <a:solidFill>
                  <a:srgbClr val="7030A0"/>
                </a:solidFill>
                <a:latin typeface="Times New Roman" pitchFamily="18" charset="0"/>
                <a:cs typeface="Times New Roman" pitchFamily="18" charset="0"/>
              </a:rPr>
              <a:t>Introduction</a:t>
            </a:r>
          </a:p>
        </p:txBody>
      </p:sp>
      <p:sp>
        <p:nvSpPr>
          <p:cNvPr id="3" name="Content Placeholder 2"/>
          <p:cNvSpPr>
            <a:spLocks noGrp="1"/>
          </p:cNvSpPr>
          <p:nvPr>
            <p:ph sz="quarter" idx="13"/>
          </p:nvPr>
        </p:nvSpPr>
        <p:spPr>
          <a:xfrm>
            <a:off x="609600" y="1676400"/>
            <a:ext cx="10744200" cy="3886200"/>
          </a:xfrm>
        </p:spPr>
        <p:txBody>
          <a:bodyPr>
            <a:normAutofit/>
          </a:bodyPr>
          <a:lstStyle/>
          <a:p>
            <a:pPr algn="just"/>
            <a:r>
              <a:rPr lang="en-US" sz="2600" dirty="0">
                <a:solidFill>
                  <a:schemeClr val="tx1"/>
                </a:solidFill>
                <a:latin typeface="Times New Roman" pitchFamily="18" charset="0"/>
                <a:cs typeface="Times New Roman" pitchFamily="18" charset="0"/>
              </a:rPr>
              <a:t>Sign language is a technique that uses a variety of hand movements to share ideas. People who can't speak often use sign language to express their feelings.</a:t>
            </a:r>
          </a:p>
          <a:p>
            <a:pPr algn="just"/>
            <a:r>
              <a:rPr lang="en-US" sz="2600" dirty="0">
                <a:solidFill>
                  <a:schemeClr val="tx1"/>
                </a:solidFill>
                <a:latin typeface="Times New Roman" pitchFamily="18" charset="0"/>
                <a:cs typeface="Times New Roman" pitchFamily="18" charset="0"/>
              </a:rPr>
              <a:t>By using a variety of machine learning techniques, I tried to recognize this hand gestures of Bengali sign language and translate it into text and speech for this project.</a:t>
            </a:r>
          </a:p>
          <a:p>
            <a:pPr marL="0" indent="0" algn="r">
              <a:buNone/>
            </a:pPr>
            <a:endParaRPr lang="en-US" sz="3000" dirty="0">
              <a:solidFill>
                <a:schemeClr val="tx1"/>
              </a:solidFill>
              <a:latin typeface="Times New Roman" pitchFamily="18" charset="0"/>
              <a:cs typeface="Times New Roman" pitchFamily="18" charset="0"/>
            </a:endParaRPr>
          </a:p>
        </p:txBody>
      </p:sp>
      <p:sp>
        <p:nvSpPr>
          <p:cNvPr id="4" name="Slide Number Placeholder 3"/>
          <p:cNvSpPr>
            <a:spLocks noGrp="1"/>
          </p:cNvSpPr>
          <p:nvPr>
            <p:ph type="sldNum" sz="quarter" idx="16"/>
          </p:nvPr>
        </p:nvSpPr>
        <p:spPr/>
        <p:txBody>
          <a:bodyPr/>
          <a:lstStyle/>
          <a:p>
            <a:pPr>
              <a:defRPr/>
            </a:pPr>
            <a:fld id="{4CD333A3-7515-47B8-9EDC-EE0892D9C861}" type="slidenum">
              <a:rPr lang="en-US" smtClean="0"/>
              <a:pPr>
                <a:defRPr/>
              </a:pPr>
              <a:t>3</a:t>
            </a:fld>
            <a:endParaRPr lang="en-US" dirty="0"/>
          </a:p>
        </p:txBody>
      </p:sp>
    </p:spTree>
    <p:extLst>
      <p:ext uri="{BB962C8B-B14F-4D97-AF65-F5344CB8AC3E}">
        <p14:creationId xmlns:p14="http://schemas.microsoft.com/office/powerpoint/2010/main" val="14892480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0" y="274638"/>
            <a:ext cx="8229600" cy="868362"/>
          </a:xfrm>
        </p:spPr>
        <p:txBody>
          <a:bodyPr/>
          <a:lstStyle/>
          <a:p>
            <a:r>
              <a:rPr lang="en-US" dirty="0">
                <a:solidFill>
                  <a:srgbClr val="7030A0"/>
                </a:solidFill>
                <a:latin typeface="Times New Roman" pitchFamily="18" charset="0"/>
                <a:cs typeface="Times New Roman" pitchFamily="18" charset="0"/>
              </a:rPr>
              <a:t>Problem Statement</a:t>
            </a:r>
          </a:p>
        </p:txBody>
      </p:sp>
      <p:sp>
        <p:nvSpPr>
          <p:cNvPr id="4" name="Slide Number Placeholder 3"/>
          <p:cNvSpPr>
            <a:spLocks noGrp="1"/>
          </p:cNvSpPr>
          <p:nvPr>
            <p:ph type="sldNum" sz="quarter" idx="16"/>
          </p:nvPr>
        </p:nvSpPr>
        <p:spPr/>
        <p:txBody>
          <a:bodyPr/>
          <a:lstStyle/>
          <a:p>
            <a:pPr>
              <a:defRPr/>
            </a:pPr>
            <a:fld id="{4CD333A3-7515-47B8-9EDC-EE0892D9C861}" type="slidenum">
              <a:rPr lang="en-US" smtClean="0"/>
              <a:pPr>
                <a:defRPr/>
              </a:pPr>
              <a:t>4</a:t>
            </a:fld>
            <a:endParaRPr lang="en-US" dirty="0"/>
          </a:p>
        </p:txBody>
      </p:sp>
      <p:sp>
        <p:nvSpPr>
          <p:cNvPr id="15" name="Rectangle 1">
            <a:extLst>
              <a:ext uri="{FF2B5EF4-FFF2-40B4-BE49-F238E27FC236}">
                <a16:creationId xmlns:a16="http://schemas.microsoft.com/office/drawing/2014/main" id="{2E033735-1840-9A6A-1E68-AC2DD0160083}"/>
              </a:ext>
            </a:extLst>
          </p:cNvPr>
          <p:cNvSpPr>
            <a:spLocks noGrp="1" noChangeArrowheads="1"/>
          </p:cNvSpPr>
          <p:nvPr>
            <p:ph sz="quarter" idx="13"/>
          </p:nvPr>
        </p:nvSpPr>
        <p:spPr bwMode="auto">
          <a:xfrm>
            <a:off x="1028700" y="1805478"/>
            <a:ext cx="10134600" cy="32470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algn="just" eaLnBrk="0" fontAlgn="base" hangingPunct="0">
              <a:spcBef>
                <a:spcPct val="0"/>
              </a:spcBef>
              <a:spcAft>
                <a:spcPct val="0"/>
              </a:spcAft>
            </a:pPr>
            <a:r>
              <a:rPr kumimoji="0" lang="en-US" altLang="en-US" sz="2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Communication barriers</a:t>
            </a:r>
            <a:r>
              <a:rPr kumimoji="0" lang="en-US" altLang="en-US" sz="2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Deaf individuals face challenges in interacting with hearing people due to limited human sign language interpreters.</a:t>
            </a:r>
          </a:p>
          <a:p>
            <a:pPr algn="just" eaLnBrk="0" fontAlgn="base" hangingPunct="0">
              <a:spcBef>
                <a:spcPct val="0"/>
              </a:spcBef>
              <a:spcAft>
                <a:spcPct val="0"/>
              </a:spcAft>
            </a:pPr>
            <a:r>
              <a:rPr kumimoji="0" lang="en-US" altLang="en-US" sz="2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Existing issues in </a:t>
            </a:r>
            <a:r>
              <a:rPr kumimoji="0" lang="en-US" altLang="en-US" sz="2600" b="1"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BdSL</a:t>
            </a:r>
            <a:r>
              <a:rPr kumimoji="0" lang="en-US" altLang="en-US" sz="2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detection</a:t>
            </a:r>
            <a:r>
              <a:rPr kumimoji="0" lang="en-US" altLang="en-US" sz="2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Variability in gestures, environmental factors (lighting), limited datasets, and low real-time performance.</a:t>
            </a:r>
          </a:p>
          <a:p>
            <a:pPr algn="just" eaLnBrk="0" fontAlgn="base" hangingPunct="0">
              <a:spcBef>
                <a:spcPct val="0"/>
              </a:spcBef>
              <a:spcAft>
                <a:spcPct val="0"/>
              </a:spcAft>
            </a:pPr>
            <a:r>
              <a:rPr kumimoji="0" lang="en-US" altLang="en-US" sz="2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Specific challenges</a:t>
            </a:r>
            <a:r>
              <a:rPr kumimoji="0" lang="en-US" altLang="en-US" sz="2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Many systems achieve high accuracy in controlled settings but fail in dynamic, real-world scenarios</a:t>
            </a:r>
          </a:p>
        </p:txBody>
      </p:sp>
    </p:spTree>
    <p:extLst>
      <p:ext uri="{BB962C8B-B14F-4D97-AF65-F5344CB8AC3E}">
        <p14:creationId xmlns:p14="http://schemas.microsoft.com/office/powerpoint/2010/main" val="2213194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CD7E1D-7696-3342-8575-E29B24C511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06ACC6-4944-BAC2-F177-2B401DFE20DA}"/>
              </a:ext>
            </a:extLst>
          </p:cNvPr>
          <p:cNvSpPr>
            <a:spLocks noGrp="1"/>
          </p:cNvSpPr>
          <p:nvPr>
            <p:ph type="title"/>
          </p:nvPr>
        </p:nvSpPr>
        <p:spPr>
          <a:xfrm>
            <a:off x="1981200" y="228600"/>
            <a:ext cx="8229600" cy="868362"/>
          </a:xfrm>
        </p:spPr>
        <p:txBody>
          <a:bodyPr/>
          <a:lstStyle/>
          <a:p>
            <a:r>
              <a:rPr lang="en-US" dirty="0">
                <a:solidFill>
                  <a:srgbClr val="7030A0"/>
                </a:solidFill>
                <a:latin typeface="Times New Roman" pitchFamily="18" charset="0"/>
                <a:cs typeface="Times New Roman" pitchFamily="18" charset="0"/>
              </a:rPr>
              <a:t>Motivation</a:t>
            </a:r>
          </a:p>
        </p:txBody>
      </p:sp>
      <p:sp>
        <p:nvSpPr>
          <p:cNvPr id="4" name="Slide Number Placeholder 3">
            <a:extLst>
              <a:ext uri="{FF2B5EF4-FFF2-40B4-BE49-F238E27FC236}">
                <a16:creationId xmlns:a16="http://schemas.microsoft.com/office/drawing/2014/main" id="{E60CEF74-9626-B0FA-E21C-74A5BD2BB177}"/>
              </a:ext>
            </a:extLst>
          </p:cNvPr>
          <p:cNvSpPr>
            <a:spLocks noGrp="1"/>
          </p:cNvSpPr>
          <p:nvPr>
            <p:ph type="sldNum" sz="quarter" idx="16"/>
          </p:nvPr>
        </p:nvSpPr>
        <p:spPr/>
        <p:txBody>
          <a:bodyPr/>
          <a:lstStyle/>
          <a:p>
            <a:pPr>
              <a:defRPr/>
            </a:pPr>
            <a:fld id="{4CD333A3-7515-47B8-9EDC-EE0892D9C861}" type="slidenum">
              <a:rPr lang="en-US" smtClean="0"/>
              <a:pPr>
                <a:defRPr/>
              </a:pPr>
              <a:t>5</a:t>
            </a:fld>
            <a:endParaRPr lang="en-US" dirty="0"/>
          </a:p>
        </p:txBody>
      </p:sp>
      <p:sp>
        <p:nvSpPr>
          <p:cNvPr id="8" name="Rectangle 1">
            <a:extLst>
              <a:ext uri="{FF2B5EF4-FFF2-40B4-BE49-F238E27FC236}">
                <a16:creationId xmlns:a16="http://schemas.microsoft.com/office/drawing/2014/main" id="{7D5B1FC5-2BB5-65FA-8E35-CB7D17C805A8}"/>
              </a:ext>
            </a:extLst>
          </p:cNvPr>
          <p:cNvSpPr>
            <a:spLocks noGrp="1" noChangeArrowheads="1"/>
          </p:cNvSpPr>
          <p:nvPr>
            <p:ph sz="quarter" idx="13"/>
          </p:nvPr>
        </p:nvSpPr>
        <p:spPr bwMode="auto">
          <a:xfrm>
            <a:off x="800100" y="1981200"/>
            <a:ext cx="10591800" cy="2092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eaLnBrk="0" fontAlgn="base" hangingPunct="0">
              <a:spcBef>
                <a:spcPct val="0"/>
              </a:spcBef>
              <a:spcAft>
                <a:spcPct val="0"/>
              </a:spcAft>
              <a:buNone/>
            </a:pPr>
            <a:r>
              <a:rPr lang="en-US" altLang="en-US" sz="2600" dirty="0">
                <a:solidFill>
                  <a:schemeClr val="tx1"/>
                </a:solidFill>
                <a:latin typeface="Times New Roman" panose="02020603050405020304" pitchFamily="18" charset="0"/>
                <a:cs typeface="Times New Roman" panose="02020603050405020304" pitchFamily="18" charset="0"/>
              </a:rPr>
              <a:t>We see many people around us who cannot speak, who cannot express their feelings properly, so </a:t>
            </a:r>
            <a:r>
              <a:rPr lang="en-US" altLang="en-US" sz="2600" dirty="0" err="1">
                <a:solidFill>
                  <a:schemeClr val="tx1"/>
                </a:solidFill>
                <a:latin typeface="Times New Roman" panose="02020603050405020304" pitchFamily="18" charset="0"/>
                <a:cs typeface="Times New Roman" panose="02020603050405020304" pitchFamily="18" charset="0"/>
              </a:rPr>
              <a:t>i</a:t>
            </a:r>
            <a:r>
              <a:rPr lang="en-US" altLang="en-US" sz="2600" dirty="0">
                <a:solidFill>
                  <a:schemeClr val="tx1"/>
                </a:solidFill>
                <a:latin typeface="Times New Roman" panose="02020603050405020304" pitchFamily="18" charset="0"/>
                <a:cs typeface="Times New Roman" panose="02020603050405020304" pitchFamily="18" charset="0"/>
              </a:rPr>
              <a:t> have decided to create this project, keeping in mind that these mute people who cannot speak can express their feelings with ordinary people. Through this, I believe that it is possible to eliminate the gap between ordinary people and these disabled mutes in our society.</a:t>
            </a:r>
            <a:endPar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265470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1BF12E-D9A6-86FA-8BDC-B47CF1A535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2B0887-DC9E-74D9-1398-8B5D7B3B25CD}"/>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Objective</a:t>
            </a:r>
          </a:p>
        </p:txBody>
      </p:sp>
      <p:sp>
        <p:nvSpPr>
          <p:cNvPr id="3" name="Content Placeholder 2">
            <a:extLst>
              <a:ext uri="{FF2B5EF4-FFF2-40B4-BE49-F238E27FC236}">
                <a16:creationId xmlns:a16="http://schemas.microsoft.com/office/drawing/2014/main" id="{716C8269-E605-DB6D-9EFC-78681FE5E5E0}"/>
              </a:ext>
            </a:extLst>
          </p:cNvPr>
          <p:cNvSpPr>
            <a:spLocks noGrp="1"/>
          </p:cNvSpPr>
          <p:nvPr>
            <p:ph sz="quarter" idx="13"/>
          </p:nvPr>
        </p:nvSpPr>
        <p:spPr>
          <a:xfrm>
            <a:off x="551468" y="1371600"/>
            <a:ext cx="10878532" cy="3429000"/>
          </a:xfrm>
        </p:spPr>
        <p:txBody>
          <a:bodyPr>
            <a:normAutofit/>
          </a:bodyPr>
          <a:lstStyle/>
          <a:p>
            <a:pPr marL="0" indent="0" algn="just">
              <a:buNone/>
            </a:pPr>
            <a:endParaRPr lang="en-US" sz="2600" dirty="0">
              <a:solidFill>
                <a:schemeClr val="tx1"/>
              </a:solidFill>
              <a:latin typeface="Times New Roman" panose="02020603050405020304" pitchFamily="18" charset="0"/>
              <a:cs typeface="Times New Roman" panose="02020603050405020304" pitchFamily="18" charset="0"/>
            </a:endParaRPr>
          </a:p>
          <a:p>
            <a:pPr marL="0" indent="0" algn="just">
              <a:buNone/>
            </a:pPr>
            <a:r>
              <a:rPr lang="en-US" sz="2600" dirty="0">
                <a:solidFill>
                  <a:schemeClr val="tx1"/>
                </a:solidFill>
                <a:latin typeface="Times New Roman" panose="02020603050405020304" pitchFamily="18" charset="0"/>
                <a:cs typeface="Times New Roman" panose="02020603050405020304" pitchFamily="18" charset="0"/>
              </a:rPr>
              <a:t>The primary objective of this project is to develop a real-time Sign Language Detection System using machine learning techniques(CNN, MobileNetV2, VGG16, SVM, Random Forest </a:t>
            </a:r>
            <a:r>
              <a:rPr lang="en-US" sz="2600" dirty="0" err="1">
                <a:solidFill>
                  <a:schemeClr val="tx1"/>
                </a:solidFill>
                <a:latin typeface="Times New Roman" panose="02020603050405020304" pitchFamily="18" charset="0"/>
                <a:cs typeface="Times New Roman" panose="02020603050405020304" pitchFamily="18" charset="0"/>
              </a:rPr>
              <a:t>etc</a:t>
            </a:r>
            <a:r>
              <a:rPr lang="en-US" sz="2600" dirty="0">
                <a:solidFill>
                  <a:schemeClr val="tx1"/>
                </a:solidFill>
                <a:latin typeface="Times New Roman" panose="02020603050405020304" pitchFamily="18" charset="0"/>
                <a:cs typeface="Times New Roman" panose="02020603050405020304" pitchFamily="18" charset="0"/>
              </a:rPr>
              <a:t>) to bridge communication barriers between hearing-impaired individuals and the broader community.</a:t>
            </a:r>
          </a:p>
        </p:txBody>
      </p:sp>
      <p:sp>
        <p:nvSpPr>
          <p:cNvPr id="4" name="Slide Number Placeholder 3">
            <a:extLst>
              <a:ext uri="{FF2B5EF4-FFF2-40B4-BE49-F238E27FC236}">
                <a16:creationId xmlns:a16="http://schemas.microsoft.com/office/drawing/2014/main" id="{8AFF06AF-B354-B3E3-7601-06EE0C908E69}"/>
              </a:ext>
            </a:extLst>
          </p:cNvPr>
          <p:cNvSpPr>
            <a:spLocks noGrp="1"/>
          </p:cNvSpPr>
          <p:nvPr>
            <p:ph type="sldNum" sz="quarter" idx="16"/>
          </p:nvPr>
        </p:nvSpPr>
        <p:spPr/>
        <p:txBody>
          <a:bodyPr/>
          <a:lstStyle/>
          <a:p>
            <a:pPr>
              <a:defRPr/>
            </a:pPr>
            <a:fld id="{4CD333A3-7515-47B8-9EDC-EE0892D9C861}" type="slidenum">
              <a:rPr lang="en-US" smtClean="0"/>
              <a:pPr>
                <a:defRPr/>
              </a:pPr>
              <a:t>6</a:t>
            </a:fld>
            <a:endParaRPr lang="en-US" dirty="0"/>
          </a:p>
        </p:txBody>
      </p:sp>
    </p:spTree>
    <p:extLst>
      <p:ext uri="{BB962C8B-B14F-4D97-AF65-F5344CB8AC3E}">
        <p14:creationId xmlns:p14="http://schemas.microsoft.com/office/powerpoint/2010/main" val="15376736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7D7963-5E83-1ED3-106C-70223D0A6C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545561-8C72-6804-E4E6-A84D47F104D0}"/>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Background Study</a:t>
            </a:r>
          </a:p>
        </p:txBody>
      </p:sp>
      <p:sp>
        <p:nvSpPr>
          <p:cNvPr id="3" name="Content Placeholder 2">
            <a:extLst>
              <a:ext uri="{FF2B5EF4-FFF2-40B4-BE49-F238E27FC236}">
                <a16:creationId xmlns:a16="http://schemas.microsoft.com/office/drawing/2014/main" id="{5D0F29DB-5137-851D-5D9C-7B22F7C5E8D2}"/>
              </a:ext>
            </a:extLst>
          </p:cNvPr>
          <p:cNvSpPr>
            <a:spLocks noGrp="1"/>
          </p:cNvSpPr>
          <p:nvPr>
            <p:ph sz="quarter" idx="13"/>
          </p:nvPr>
        </p:nvSpPr>
        <p:spPr>
          <a:xfrm>
            <a:off x="495300" y="1768475"/>
            <a:ext cx="11201400" cy="3962400"/>
          </a:xfrm>
        </p:spPr>
        <p:txBody>
          <a:bodyPr>
            <a:noAutofit/>
          </a:bodyPr>
          <a:lstStyle/>
          <a:p>
            <a:pPr marL="0" indent="0" algn="just">
              <a:buNone/>
            </a:pPr>
            <a:r>
              <a:rPr lang="en-US" sz="1900" dirty="0">
                <a:solidFill>
                  <a:schemeClr val="tx1"/>
                </a:solidFill>
                <a:latin typeface="Times New Roman" panose="02020603050405020304" pitchFamily="18" charset="0"/>
                <a:cs typeface="Times New Roman" panose="02020603050405020304" pitchFamily="18" charset="0"/>
              </a:rPr>
              <a:t>Chowdhury et al. (2021) employed Artificial Neural Networks (ANNs) and Support Vector Machines (SVMs) for </a:t>
            </a:r>
            <a:r>
              <a:rPr lang="en-US" sz="1900" dirty="0" err="1">
                <a:solidFill>
                  <a:schemeClr val="tx1"/>
                </a:solidFill>
                <a:latin typeface="Times New Roman" panose="02020603050405020304" pitchFamily="18" charset="0"/>
                <a:cs typeface="Times New Roman" panose="02020603050405020304" pitchFamily="18" charset="0"/>
              </a:rPr>
              <a:t>BdSL</a:t>
            </a:r>
            <a:r>
              <a:rPr lang="en-US" sz="1900" dirty="0">
                <a:solidFill>
                  <a:schemeClr val="tx1"/>
                </a:solidFill>
                <a:latin typeface="Times New Roman" panose="02020603050405020304" pitchFamily="18" charset="0"/>
                <a:cs typeface="Times New Roman" panose="02020603050405020304" pitchFamily="18" charset="0"/>
              </a:rPr>
              <a:t> detection, achieving a maximum accuracy of 84.11% [1]. Some students from Carleton University published a paper in 2020 titled 'A Deep Learning Approach for Recognizing Bengali Character Sign Language', in which they used CNN to train 5,760 preprocessed images and achieved 92.7% accuracy [2]. Shanta et al. (2018) explored </a:t>
            </a:r>
            <a:r>
              <a:rPr lang="en-US" sz="1900" dirty="0" err="1">
                <a:solidFill>
                  <a:schemeClr val="tx1"/>
                </a:solidFill>
                <a:latin typeface="Times New Roman" panose="02020603050405020304" pitchFamily="18" charset="0"/>
                <a:cs typeface="Times New Roman" panose="02020603050405020304" pitchFamily="18" charset="0"/>
              </a:rPr>
              <a:t>BdSL</a:t>
            </a:r>
            <a:r>
              <a:rPr lang="en-US" sz="1900" dirty="0">
                <a:solidFill>
                  <a:schemeClr val="tx1"/>
                </a:solidFill>
                <a:latin typeface="Times New Roman" panose="02020603050405020304" pitchFamily="18" charset="0"/>
                <a:cs typeface="Times New Roman" panose="02020603050405020304" pitchFamily="18" charset="0"/>
              </a:rPr>
              <a:t> detection using SHIFT and CNNs, focusing on 36 signs representing </a:t>
            </a:r>
            <a:r>
              <a:rPr lang="en-US" sz="1900" dirty="0" err="1">
                <a:solidFill>
                  <a:schemeClr val="tx1"/>
                </a:solidFill>
                <a:latin typeface="Times New Roman" panose="02020603050405020304" pitchFamily="18" charset="0"/>
                <a:cs typeface="Times New Roman" panose="02020603050405020304" pitchFamily="18" charset="0"/>
              </a:rPr>
              <a:t>BdSL</a:t>
            </a:r>
            <a:r>
              <a:rPr lang="en-US" sz="1900" dirty="0">
                <a:solidFill>
                  <a:schemeClr val="tx1"/>
                </a:solidFill>
                <a:latin typeface="Times New Roman" panose="02020603050405020304" pitchFamily="18" charset="0"/>
                <a:cs typeface="Times New Roman" panose="02020603050405020304" pitchFamily="18" charset="0"/>
              </a:rPr>
              <a:t>. The study did not specify the achieved accuracy [3]. </a:t>
            </a:r>
            <a:r>
              <a:rPr lang="en-US" sz="1900" dirty="0" err="1">
                <a:solidFill>
                  <a:schemeClr val="tx1"/>
                </a:solidFill>
                <a:latin typeface="Times New Roman" panose="02020603050405020304" pitchFamily="18" charset="0"/>
                <a:cs typeface="Times New Roman" panose="02020603050405020304" pitchFamily="18" charset="0"/>
              </a:rPr>
              <a:t>Urmee</a:t>
            </a:r>
            <a:r>
              <a:rPr lang="en-US" sz="1900" dirty="0">
                <a:solidFill>
                  <a:schemeClr val="tx1"/>
                </a:solidFill>
                <a:latin typeface="Times New Roman" panose="02020603050405020304" pitchFamily="18" charset="0"/>
                <a:cs typeface="Times New Roman" panose="02020603050405020304" pitchFamily="18" charset="0"/>
              </a:rPr>
              <a:t> et al. (2019) developed a </a:t>
            </a:r>
            <a:r>
              <a:rPr lang="en-US" sz="1900" dirty="0" err="1">
                <a:solidFill>
                  <a:schemeClr val="tx1"/>
                </a:solidFill>
                <a:latin typeface="Times New Roman" panose="02020603050405020304" pitchFamily="18" charset="0"/>
                <a:cs typeface="Times New Roman" panose="02020603050405020304" pitchFamily="18" charset="0"/>
              </a:rPr>
              <a:t>BdSL</a:t>
            </a:r>
            <a:r>
              <a:rPr lang="en-US" sz="1900" dirty="0">
                <a:solidFill>
                  <a:schemeClr val="tx1"/>
                </a:solidFill>
                <a:latin typeface="Times New Roman" panose="02020603050405020304" pitchFamily="18" charset="0"/>
                <a:cs typeface="Times New Roman" panose="02020603050405020304" pitchFamily="18" charset="0"/>
              </a:rPr>
              <a:t> to Text- Speech Translator using CNNs, achieving 98.93% accuracy [4]. Talukder et al. (2020) implemented real-time </a:t>
            </a:r>
            <a:r>
              <a:rPr lang="en-US" sz="1900" dirty="0" err="1">
                <a:solidFill>
                  <a:schemeClr val="tx1"/>
                </a:solidFill>
                <a:latin typeface="Times New Roman" panose="02020603050405020304" pitchFamily="18" charset="0"/>
                <a:cs typeface="Times New Roman" panose="02020603050405020304" pitchFamily="18" charset="0"/>
              </a:rPr>
              <a:t>BdSL</a:t>
            </a:r>
            <a:r>
              <a:rPr lang="en-US" sz="1900" dirty="0">
                <a:solidFill>
                  <a:schemeClr val="tx1"/>
                </a:solidFill>
                <a:latin typeface="Times New Roman" panose="02020603050405020304" pitchFamily="18" charset="0"/>
                <a:cs typeface="Times New Roman" panose="02020603050405020304" pitchFamily="18" charset="0"/>
              </a:rPr>
              <a:t> detection with sentence and speech generation using YOLOv4, achieving 97.95% accuracy [5]. Haque et al. (2018) utilized Faster R-Convolutional Neural Networks (CNNs) for </a:t>
            </a:r>
            <a:r>
              <a:rPr lang="en-US" sz="1900" dirty="0" err="1">
                <a:solidFill>
                  <a:schemeClr val="tx1"/>
                </a:solidFill>
                <a:latin typeface="Times New Roman" panose="02020603050405020304" pitchFamily="18" charset="0"/>
                <a:cs typeface="Times New Roman" panose="02020603050405020304" pitchFamily="18" charset="0"/>
              </a:rPr>
              <a:t>BdSL</a:t>
            </a:r>
            <a:r>
              <a:rPr lang="en-US" sz="1900" dirty="0">
                <a:solidFill>
                  <a:schemeClr val="tx1"/>
                </a:solidFill>
                <a:latin typeface="Times New Roman" panose="02020603050405020304" pitchFamily="18" charset="0"/>
                <a:cs typeface="Times New Roman" panose="02020603050405020304" pitchFamily="18" charset="0"/>
              </a:rPr>
              <a:t> detection, reporting an accuracy of 98.2% [6]. Hasan et al. (2016) developed a </a:t>
            </a:r>
            <a:r>
              <a:rPr lang="en-US" sz="1900" dirty="0" err="1">
                <a:solidFill>
                  <a:schemeClr val="tx1"/>
                </a:solidFill>
                <a:latin typeface="Times New Roman" panose="02020603050405020304" pitchFamily="18" charset="0"/>
                <a:cs typeface="Times New Roman" panose="02020603050405020304" pitchFamily="18" charset="0"/>
              </a:rPr>
              <a:t>BdSL</a:t>
            </a:r>
            <a:r>
              <a:rPr lang="en-US" sz="1900" dirty="0">
                <a:solidFill>
                  <a:schemeClr val="tx1"/>
                </a:solidFill>
                <a:latin typeface="Times New Roman" panose="02020603050405020304" pitchFamily="18" charset="0"/>
                <a:cs typeface="Times New Roman" panose="02020603050405020304" pitchFamily="18" charset="0"/>
              </a:rPr>
              <a:t> detection system using Histogram of Oriented Gradients (HOG), SVM, Text-to-Speech (TTS), and K-NN, achieving an accuracy of 86.53% [7].</a:t>
            </a:r>
          </a:p>
        </p:txBody>
      </p:sp>
      <p:sp>
        <p:nvSpPr>
          <p:cNvPr id="4" name="Slide Number Placeholder 3">
            <a:extLst>
              <a:ext uri="{FF2B5EF4-FFF2-40B4-BE49-F238E27FC236}">
                <a16:creationId xmlns:a16="http://schemas.microsoft.com/office/drawing/2014/main" id="{30D063EB-E6DC-C0C0-0768-E8865B808301}"/>
              </a:ext>
            </a:extLst>
          </p:cNvPr>
          <p:cNvSpPr>
            <a:spLocks noGrp="1"/>
          </p:cNvSpPr>
          <p:nvPr>
            <p:ph type="sldNum" sz="quarter" idx="16"/>
          </p:nvPr>
        </p:nvSpPr>
        <p:spPr/>
        <p:txBody>
          <a:bodyPr/>
          <a:lstStyle/>
          <a:p>
            <a:pPr>
              <a:defRPr/>
            </a:pPr>
            <a:fld id="{4CD333A3-7515-47B8-9EDC-EE0892D9C861}" type="slidenum">
              <a:rPr lang="en-US" smtClean="0"/>
              <a:pPr>
                <a:defRPr/>
              </a:pPr>
              <a:t>7</a:t>
            </a:fld>
            <a:endParaRPr lang="en-US" dirty="0"/>
          </a:p>
        </p:txBody>
      </p:sp>
    </p:spTree>
    <p:extLst>
      <p:ext uri="{BB962C8B-B14F-4D97-AF65-F5344CB8AC3E}">
        <p14:creationId xmlns:p14="http://schemas.microsoft.com/office/powerpoint/2010/main" val="643206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DBC7AD-9C97-23E1-7CCC-1BD92A6E13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5850B3-F19E-7C6E-5F6E-3BD95AE44560}"/>
              </a:ext>
            </a:extLst>
          </p:cNvPr>
          <p:cNvSpPr>
            <a:spLocks noGrp="1"/>
          </p:cNvSpPr>
          <p:nvPr>
            <p:ph type="title"/>
          </p:nvPr>
        </p:nvSpPr>
        <p:spPr>
          <a:xfrm>
            <a:off x="1371600" y="350838"/>
            <a:ext cx="9448800" cy="868362"/>
          </a:xfrm>
        </p:spPr>
        <p:txBody>
          <a:bodyPr>
            <a:normAutofit/>
          </a:bodyPr>
          <a:lstStyle/>
          <a:p>
            <a:r>
              <a:rPr lang="en-US" dirty="0">
                <a:solidFill>
                  <a:srgbClr val="7030A0"/>
                </a:solidFill>
                <a:latin typeface="Times New Roman" pitchFamily="18" charset="0"/>
                <a:cs typeface="Times New Roman" pitchFamily="18" charset="0"/>
              </a:rPr>
              <a:t>Comparison Between Existing Works </a:t>
            </a:r>
          </a:p>
        </p:txBody>
      </p:sp>
      <p:graphicFrame>
        <p:nvGraphicFramePr>
          <p:cNvPr id="5" name="Content Placeholder 4">
            <a:extLst>
              <a:ext uri="{FF2B5EF4-FFF2-40B4-BE49-F238E27FC236}">
                <a16:creationId xmlns:a16="http://schemas.microsoft.com/office/drawing/2014/main" id="{DDC07236-0931-819C-4824-6FE4B4D7E58D}"/>
              </a:ext>
            </a:extLst>
          </p:cNvPr>
          <p:cNvGraphicFramePr>
            <a:graphicFrameLocks noGrp="1"/>
          </p:cNvGraphicFramePr>
          <p:nvPr>
            <p:ph sz="quarter" idx="13"/>
            <p:extLst>
              <p:ext uri="{D42A27DB-BD31-4B8C-83A1-F6EECF244321}">
                <p14:modId xmlns:p14="http://schemas.microsoft.com/office/powerpoint/2010/main" val="330126216"/>
              </p:ext>
            </p:extLst>
          </p:nvPr>
        </p:nvGraphicFramePr>
        <p:xfrm>
          <a:off x="1028700" y="1524000"/>
          <a:ext cx="10134600" cy="4398048"/>
        </p:xfrm>
        <a:graphic>
          <a:graphicData uri="http://schemas.openxmlformats.org/drawingml/2006/table">
            <a:tbl>
              <a:tblPr firstRow="1" firstCol="1" bandRow="1">
                <a:tableStyleId>{BC89EF96-8CEA-46FF-86C4-4CE0E7609802}</a:tableStyleId>
              </a:tblPr>
              <a:tblGrid>
                <a:gridCol w="2238282">
                  <a:extLst>
                    <a:ext uri="{9D8B030D-6E8A-4147-A177-3AD203B41FA5}">
                      <a16:colId xmlns:a16="http://schemas.microsoft.com/office/drawing/2014/main" val="91372899"/>
                    </a:ext>
                  </a:extLst>
                </a:gridCol>
                <a:gridCol w="2181318">
                  <a:extLst>
                    <a:ext uri="{9D8B030D-6E8A-4147-A177-3AD203B41FA5}">
                      <a16:colId xmlns:a16="http://schemas.microsoft.com/office/drawing/2014/main" val="226031417"/>
                    </a:ext>
                  </a:extLst>
                </a:gridCol>
                <a:gridCol w="990600">
                  <a:extLst>
                    <a:ext uri="{9D8B030D-6E8A-4147-A177-3AD203B41FA5}">
                      <a16:colId xmlns:a16="http://schemas.microsoft.com/office/drawing/2014/main" val="1704869558"/>
                    </a:ext>
                  </a:extLst>
                </a:gridCol>
                <a:gridCol w="4724400">
                  <a:extLst>
                    <a:ext uri="{9D8B030D-6E8A-4147-A177-3AD203B41FA5}">
                      <a16:colId xmlns:a16="http://schemas.microsoft.com/office/drawing/2014/main" val="2616534211"/>
                    </a:ext>
                  </a:extLst>
                </a:gridCol>
              </a:tblGrid>
              <a:tr h="583692">
                <a:tc>
                  <a:txBody>
                    <a:bodyPr/>
                    <a:lstStyle/>
                    <a:p>
                      <a:pPr marL="0" marR="0" algn="ctr">
                        <a:lnSpc>
                          <a:spcPct val="107000"/>
                        </a:lnSpc>
                        <a:spcAft>
                          <a:spcPts val="800"/>
                        </a:spcAft>
                        <a:buNone/>
                      </a:pPr>
                      <a:r>
                        <a:rPr lang="en-US" sz="1800" dirty="0">
                          <a:solidFill>
                            <a:schemeClr val="bg1"/>
                          </a:solidFill>
                          <a:effectLst/>
                        </a:rPr>
                        <a:t>Study</a:t>
                      </a:r>
                      <a:endParaRPr lang="en-US" sz="1800"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a:txBody>
                  <a:tcPr marL="58693" marR="58693" marT="0" marB="0">
                    <a:solidFill>
                      <a:schemeClr val="tx2">
                        <a:lumMod val="60000"/>
                        <a:lumOff val="40000"/>
                      </a:schemeClr>
                    </a:solidFill>
                  </a:tcPr>
                </a:tc>
                <a:tc>
                  <a:txBody>
                    <a:bodyPr/>
                    <a:lstStyle/>
                    <a:p>
                      <a:pPr marL="0" marR="0" algn="ctr">
                        <a:lnSpc>
                          <a:spcPct val="107000"/>
                        </a:lnSpc>
                        <a:spcAft>
                          <a:spcPts val="800"/>
                        </a:spcAft>
                        <a:buNone/>
                      </a:pPr>
                      <a:r>
                        <a:rPr lang="en-US" sz="1800" dirty="0">
                          <a:solidFill>
                            <a:schemeClr val="bg1"/>
                          </a:solidFill>
                          <a:effectLst/>
                        </a:rPr>
                        <a:t>Model/Approach</a:t>
                      </a:r>
                      <a:endParaRPr lang="en-US" sz="1800"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a:txBody>
                  <a:tcPr marL="58693" marR="58693" marT="0" marB="0">
                    <a:solidFill>
                      <a:schemeClr val="tx2">
                        <a:lumMod val="60000"/>
                        <a:lumOff val="40000"/>
                      </a:schemeClr>
                    </a:solidFill>
                  </a:tcPr>
                </a:tc>
                <a:tc>
                  <a:txBody>
                    <a:bodyPr/>
                    <a:lstStyle/>
                    <a:p>
                      <a:pPr marL="0" marR="0" algn="ctr">
                        <a:lnSpc>
                          <a:spcPct val="107000"/>
                        </a:lnSpc>
                        <a:spcAft>
                          <a:spcPts val="800"/>
                        </a:spcAft>
                        <a:buNone/>
                      </a:pPr>
                      <a:r>
                        <a:rPr lang="en-US" sz="1800" dirty="0">
                          <a:solidFill>
                            <a:schemeClr val="bg1"/>
                          </a:solidFill>
                          <a:effectLst/>
                        </a:rPr>
                        <a:t>Accuracy</a:t>
                      </a:r>
                      <a:endParaRPr lang="en-US" sz="1800"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a:txBody>
                  <a:tcPr marL="58693" marR="58693" marT="0" marB="0">
                    <a:solidFill>
                      <a:schemeClr val="tx2">
                        <a:lumMod val="60000"/>
                        <a:lumOff val="40000"/>
                      </a:schemeClr>
                    </a:solidFill>
                  </a:tcPr>
                </a:tc>
                <a:tc>
                  <a:txBody>
                    <a:bodyPr/>
                    <a:lstStyle/>
                    <a:p>
                      <a:pPr marL="0" marR="0" algn="ctr">
                        <a:lnSpc>
                          <a:spcPct val="107000"/>
                        </a:lnSpc>
                        <a:spcAft>
                          <a:spcPts val="800"/>
                        </a:spcAft>
                        <a:buNone/>
                      </a:pPr>
                      <a:r>
                        <a:rPr lang="en-US" sz="1800" dirty="0">
                          <a:solidFill>
                            <a:schemeClr val="bg1"/>
                          </a:solidFill>
                          <a:effectLst/>
                        </a:rPr>
                        <a:t>Limitations</a:t>
                      </a:r>
                    </a:p>
                  </a:txBody>
                  <a:tcPr marL="58693" marR="58693" marT="0" marB="0">
                    <a:solidFill>
                      <a:schemeClr val="tx2">
                        <a:lumMod val="60000"/>
                        <a:lumOff val="40000"/>
                      </a:schemeClr>
                    </a:solidFill>
                  </a:tcPr>
                </a:tc>
                <a:extLst>
                  <a:ext uri="{0D108BD9-81ED-4DB2-BD59-A6C34878D82A}">
                    <a16:rowId xmlns:a16="http://schemas.microsoft.com/office/drawing/2014/main" val="3583790395"/>
                  </a:ext>
                </a:extLst>
              </a:tr>
              <a:tr h="583692">
                <a:tc>
                  <a:txBody>
                    <a:bodyPr/>
                    <a:lstStyle/>
                    <a:p>
                      <a:pPr marL="0" marR="0" algn="just">
                        <a:lnSpc>
                          <a:spcPct val="107000"/>
                        </a:lnSpc>
                        <a:spcAft>
                          <a:spcPts val="800"/>
                        </a:spcAft>
                        <a:buNone/>
                      </a:pPr>
                      <a:r>
                        <a:rPr lang="en-US" sz="1600" dirty="0">
                          <a:effectLst/>
                          <a:latin typeface="Times New Roman" panose="02020603050405020304" pitchFamily="18" charset="0"/>
                          <a:cs typeface="Times New Roman" panose="02020603050405020304" pitchFamily="18" charset="0"/>
                        </a:rPr>
                        <a:t>Shanta et al. (2018)</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8693" marR="58693" marT="0" marB="0"/>
                </a:tc>
                <a:tc>
                  <a:txBody>
                    <a:bodyPr/>
                    <a:lstStyle/>
                    <a:p>
                      <a:pPr marL="0" marR="0" algn="just">
                        <a:lnSpc>
                          <a:spcPct val="107000"/>
                        </a:lnSpc>
                        <a:spcAft>
                          <a:spcPts val="800"/>
                        </a:spcAft>
                        <a:buNone/>
                      </a:pPr>
                      <a:r>
                        <a:rPr lang="en-US" sz="1600" dirty="0">
                          <a:effectLst/>
                          <a:latin typeface="Times New Roman" panose="02020603050405020304" pitchFamily="18" charset="0"/>
                          <a:cs typeface="Times New Roman" panose="02020603050405020304" pitchFamily="18" charset="0"/>
                        </a:rPr>
                        <a:t>SHIFT, CNNs (</a:t>
                      </a:r>
                      <a:r>
                        <a:rPr lang="en-US" sz="1600" dirty="0" err="1">
                          <a:effectLst/>
                          <a:latin typeface="Times New Roman" panose="02020603050405020304" pitchFamily="18" charset="0"/>
                          <a:cs typeface="Times New Roman" panose="02020603050405020304" pitchFamily="18" charset="0"/>
                        </a:rPr>
                        <a:t>BdSL</a:t>
                      </a:r>
                      <a:r>
                        <a:rPr lang="en-US" sz="1600" dirty="0">
                          <a:effectLst/>
                          <a:latin typeface="Times New Roman" panose="02020603050405020304" pitchFamily="18" charset="0"/>
                          <a:cs typeface="Times New Roman" panose="02020603050405020304" pitchFamily="18" charset="0"/>
                        </a:rPr>
                        <a:t>, 36 signs)</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8693" marR="58693" marT="0" marB="0"/>
                </a:tc>
                <a:tc>
                  <a:txBody>
                    <a:bodyPr/>
                    <a:lstStyle/>
                    <a:p>
                      <a:pPr marL="0" marR="0" algn="just">
                        <a:lnSpc>
                          <a:spcPct val="107000"/>
                        </a:lnSpc>
                        <a:spcAft>
                          <a:spcPts val="800"/>
                        </a:spcAft>
                        <a:buNone/>
                      </a:pPr>
                      <a:r>
                        <a:rPr lang="en-US" sz="1600">
                          <a:effectLst/>
                          <a:latin typeface="Times New Roman" panose="02020603050405020304" pitchFamily="18" charset="0"/>
                          <a:cs typeface="Times New Roman" panose="02020603050405020304" pitchFamily="18" charset="0"/>
                        </a:rPr>
                        <a:t>Not specified</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58693" marR="58693" marT="0" marB="0"/>
                </a:tc>
                <a:tc>
                  <a:txBody>
                    <a:bodyPr/>
                    <a:lstStyle/>
                    <a:p>
                      <a:pPr marL="0" marR="0" algn="just">
                        <a:lnSpc>
                          <a:spcPct val="107000"/>
                        </a:lnSpc>
                        <a:spcAft>
                          <a:spcPts val="800"/>
                        </a:spcAft>
                        <a:buNone/>
                      </a:pPr>
                      <a:r>
                        <a:rPr lang="en-US" sz="1600" dirty="0">
                          <a:effectLst/>
                          <a:latin typeface="Times New Roman" panose="02020603050405020304" pitchFamily="18" charset="0"/>
                          <a:cs typeface="Times New Roman" panose="02020603050405020304" pitchFamily="18" charset="0"/>
                        </a:rPr>
                        <a:t>Accuracy not Mentioned.</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8693" marR="58693" marT="0" marB="0"/>
                </a:tc>
                <a:extLst>
                  <a:ext uri="{0D108BD9-81ED-4DB2-BD59-A6C34878D82A}">
                    <a16:rowId xmlns:a16="http://schemas.microsoft.com/office/drawing/2014/main" val="531981589"/>
                  </a:ext>
                </a:extLst>
              </a:tr>
              <a:tr h="583692">
                <a:tc>
                  <a:txBody>
                    <a:bodyPr/>
                    <a:lstStyle/>
                    <a:p>
                      <a:pPr marL="0" marR="0" algn="just">
                        <a:lnSpc>
                          <a:spcPct val="107000"/>
                        </a:lnSpc>
                        <a:spcAft>
                          <a:spcPts val="800"/>
                        </a:spcAft>
                        <a:buNone/>
                      </a:pPr>
                      <a:r>
                        <a:rPr lang="en-US" sz="1600">
                          <a:effectLst/>
                          <a:latin typeface="Times New Roman" panose="02020603050405020304" pitchFamily="18" charset="0"/>
                          <a:cs typeface="Times New Roman" panose="02020603050405020304" pitchFamily="18" charset="0"/>
                        </a:rPr>
                        <a:t>Urmee et al. (2019)</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58693" marR="58693" marT="0" marB="0"/>
                </a:tc>
                <a:tc>
                  <a:txBody>
                    <a:bodyPr/>
                    <a:lstStyle/>
                    <a:p>
                      <a:pPr marL="0" marR="0" algn="just">
                        <a:lnSpc>
                          <a:spcPct val="107000"/>
                        </a:lnSpc>
                        <a:spcAft>
                          <a:spcPts val="800"/>
                        </a:spcAft>
                        <a:buNone/>
                      </a:pPr>
                      <a:r>
                        <a:rPr lang="en-US" sz="1600">
                          <a:effectLst/>
                          <a:latin typeface="Times New Roman" panose="02020603050405020304" pitchFamily="18" charset="0"/>
                          <a:cs typeface="Times New Roman" panose="02020603050405020304" pitchFamily="18" charset="0"/>
                        </a:rPr>
                        <a:t>CNNs (BdSL to Text-Speech)</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58693" marR="58693" marT="0" marB="0"/>
                </a:tc>
                <a:tc>
                  <a:txBody>
                    <a:bodyPr/>
                    <a:lstStyle/>
                    <a:p>
                      <a:pPr marL="0" marR="0" algn="just">
                        <a:lnSpc>
                          <a:spcPct val="107000"/>
                        </a:lnSpc>
                        <a:spcAft>
                          <a:spcPts val="800"/>
                        </a:spcAft>
                        <a:buNone/>
                      </a:pPr>
                      <a:r>
                        <a:rPr lang="en-US" sz="1600">
                          <a:effectLst/>
                          <a:latin typeface="Times New Roman" panose="02020603050405020304" pitchFamily="18" charset="0"/>
                          <a:cs typeface="Times New Roman" panose="02020603050405020304" pitchFamily="18" charset="0"/>
                        </a:rPr>
                        <a:t>98.93%</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58693" marR="58693" marT="0" marB="0"/>
                </a:tc>
                <a:tc>
                  <a:txBody>
                    <a:bodyPr/>
                    <a:lstStyle/>
                    <a:p>
                      <a:pPr marL="0" marR="0" algn="just">
                        <a:lnSpc>
                          <a:spcPct val="107000"/>
                        </a:lnSpc>
                        <a:spcAft>
                          <a:spcPts val="800"/>
                        </a:spcAft>
                        <a:buNone/>
                      </a:pPr>
                      <a:r>
                        <a:rPr lang="en-US" sz="1600" dirty="0">
                          <a:effectLst/>
                          <a:latin typeface="Times New Roman" panose="02020603050405020304" pitchFamily="18" charset="0"/>
                          <a:cs typeface="Times New Roman" panose="02020603050405020304" pitchFamily="18" charset="0"/>
                        </a:rPr>
                        <a:t>High accuracy but may face challenges in real-time processing.</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8693" marR="58693" marT="0" marB="0"/>
                </a:tc>
                <a:extLst>
                  <a:ext uri="{0D108BD9-81ED-4DB2-BD59-A6C34878D82A}">
                    <a16:rowId xmlns:a16="http://schemas.microsoft.com/office/drawing/2014/main" val="990479064"/>
                  </a:ext>
                </a:extLst>
              </a:tr>
              <a:tr h="460493">
                <a:tc>
                  <a:txBody>
                    <a:bodyPr/>
                    <a:lstStyle/>
                    <a:p>
                      <a:pPr marL="0" marR="0" algn="just">
                        <a:lnSpc>
                          <a:spcPct val="107000"/>
                        </a:lnSpc>
                        <a:spcAft>
                          <a:spcPts val="800"/>
                        </a:spcAft>
                        <a:buNone/>
                      </a:pPr>
                      <a:r>
                        <a:rPr lang="en-US" sz="1600">
                          <a:effectLst/>
                          <a:latin typeface="Times New Roman" panose="02020603050405020304" pitchFamily="18" charset="0"/>
                          <a:cs typeface="Times New Roman" panose="02020603050405020304" pitchFamily="18" charset="0"/>
                        </a:rPr>
                        <a:t>Haque et al. (2018)</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58693" marR="58693" marT="0" marB="0"/>
                </a:tc>
                <a:tc>
                  <a:txBody>
                    <a:bodyPr/>
                    <a:lstStyle/>
                    <a:p>
                      <a:pPr marL="0" marR="0" algn="just">
                        <a:lnSpc>
                          <a:spcPct val="107000"/>
                        </a:lnSpc>
                        <a:spcAft>
                          <a:spcPts val="800"/>
                        </a:spcAft>
                        <a:buNone/>
                      </a:pPr>
                      <a:r>
                        <a:rPr lang="en-US" sz="1600">
                          <a:effectLst/>
                          <a:latin typeface="Times New Roman" panose="02020603050405020304" pitchFamily="18" charset="0"/>
                          <a:cs typeface="Times New Roman" panose="02020603050405020304" pitchFamily="18" charset="0"/>
                        </a:rPr>
                        <a:t>Faster R-CNN (BdSL)</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58693" marR="58693" marT="0" marB="0"/>
                </a:tc>
                <a:tc>
                  <a:txBody>
                    <a:bodyPr/>
                    <a:lstStyle/>
                    <a:p>
                      <a:pPr marL="0" marR="0" algn="just">
                        <a:lnSpc>
                          <a:spcPct val="107000"/>
                        </a:lnSpc>
                        <a:spcAft>
                          <a:spcPts val="800"/>
                        </a:spcAft>
                        <a:buNone/>
                      </a:pPr>
                      <a:r>
                        <a:rPr lang="en-US" sz="1600">
                          <a:effectLst/>
                          <a:latin typeface="Times New Roman" panose="02020603050405020304" pitchFamily="18" charset="0"/>
                          <a:cs typeface="Times New Roman" panose="02020603050405020304" pitchFamily="18" charset="0"/>
                        </a:rPr>
                        <a:t>98.2%</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58693" marR="58693" marT="0" marB="0"/>
                </a:tc>
                <a:tc>
                  <a:txBody>
                    <a:bodyPr/>
                    <a:lstStyle/>
                    <a:p>
                      <a:pPr marL="0" marR="0" algn="just">
                        <a:lnSpc>
                          <a:spcPct val="107000"/>
                        </a:lnSpc>
                        <a:spcAft>
                          <a:spcPts val="800"/>
                        </a:spcAft>
                        <a:buNone/>
                      </a:pPr>
                      <a:r>
                        <a:rPr lang="en-US" sz="1600" dirty="0">
                          <a:effectLst/>
                          <a:latin typeface="Times New Roman" panose="02020603050405020304" pitchFamily="18" charset="0"/>
                          <a:cs typeface="Times New Roman" panose="02020603050405020304" pitchFamily="18" charset="0"/>
                        </a:rPr>
                        <a:t>Computationally intensive; may struggle with real-time performance.</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8693" marR="58693" marT="0" marB="0"/>
                </a:tc>
                <a:extLst>
                  <a:ext uri="{0D108BD9-81ED-4DB2-BD59-A6C34878D82A}">
                    <a16:rowId xmlns:a16="http://schemas.microsoft.com/office/drawing/2014/main" val="3831592179"/>
                  </a:ext>
                </a:extLst>
              </a:tr>
              <a:tr h="629957">
                <a:tc>
                  <a:txBody>
                    <a:bodyPr/>
                    <a:lstStyle/>
                    <a:p>
                      <a:pPr marL="0" marR="0" algn="just">
                        <a:lnSpc>
                          <a:spcPct val="107000"/>
                        </a:lnSpc>
                        <a:spcAft>
                          <a:spcPts val="800"/>
                        </a:spcAft>
                        <a:buNone/>
                      </a:pPr>
                      <a:r>
                        <a:rPr lang="en-US" sz="1600">
                          <a:effectLst/>
                          <a:latin typeface="Times New Roman" panose="02020603050405020304" pitchFamily="18" charset="0"/>
                          <a:cs typeface="Times New Roman" panose="02020603050405020304" pitchFamily="18" charset="0"/>
                        </a:rPr>
                        <a:t>Talukder et al. (2020)</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58693" marR="58693" marT="0" marB="0"/>
                </a:tc>
                <a:tc>
                  <a:txBody>
                    <a:bodyPr/>
                    <a:lstStyle/>
                    <a:p>
                      <a:pPr marL="0" marR="0" algn="just">
                        <a:lnSpc>
                          <a:spcPct val="107000"/>
                        </a:lnSpc>
                        <a:spcAft>
                          <a:spcPts val="800"/>
                        </a:spcAft>
                        <a:buNone/>
                      </a:pPr>
                      <a:r>
                        <a:rPr lang="en-US" sz="1600">
                          <a:effectLst/>
                          <a:latin typeface="Times New Roman" panose="02020603050405020304" pitchFamily="18" charset="0"/>
                          <a:cs typeface="Times New Roman" panose="02020603050405020304" pitchFamily="18" charset="0"/>
                        </a:rPr>
                        <a:t>YOLOv4 (BdSL, Real-Time with Sentence/Speech)</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58693" marR="58693" marT="0" marB="0"/>
                </a:tc>
                <a:tc>
                  <a:txBody>
                    <a:bodyPr/>
                    <a:lstStyle/>
                    <a:p>
                      <a:pPr marL="0" marR="0" algn="just">
                        <a:lnSpc>
                          <a:spcPct val="107000"/>
                        </a:lnSpc>
                        <a:spcAft>
                          <a:spcPts val="800"/>
                        </a:spcAft>
                        <a:buNone/>
                      </a:pPr>
                      <a:r>
                        <a:rPr lang="en-US" sz="1600">
                          <a:effectLst/>
                          <a:latin typeface="Times New Roman" panose="02020603050405020304" pitchFamily="18" charset="0"/>
                          <a:cs typeface="Times New Roman" panose="02020603050405020304" pitchFamily="18" charset="0"/>
                        </a:rPr>
                        <a:t>97.95%</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58693" marR="58693" marT="0" marB="0"/>
                </a:tc>
                <a:tc>
                  <a:txBody>
                    <a:bodyPr/>
                    <a:lstStyle/>
                    <a:p>
                      <a:pPr marL="0" marR="0" algn="just">
                        <a:lnSpc>
                          <a:spcPct val="107000"/>
                        </a:lnSpc>
                        <a:spcAft>
                          <a:spcPts val="800"/>
                        </a:spcAft>
                        <a:buNone/>
                      </a:pPr>
                      <a:r>
                        <a:rPr lang="en-US" sz="1600" dirty="0">
                          <a:effectLst/>
                          <a:latin typeface="Times New Roman" panose="02020603050405020304" pitchFamily="18" charset="0"/>
                          <a:cs typeface="Times New Roman" panose="02020603050405020304" pitchFamily="18" charset="0"/>
                        </a:rPr>
                        <a:t>High accuracy but complex model; may face challenges in low-resource environments.</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8693" marR="58693" marT="0" marB="0"/>
                </a:tc>
                <a:extLst>
                  <a:ext uri="{0D108BD9-81ED-4DB2-BD59-A6C34878D82A}">
                    <a16:rowId xmlns:a16="http://schemas.microsoft.com/office/drawing/2014/main" val="2154577979"/>
                  </a:ext>
                </a:extLst>
              </a:tr>
              <a:tr h="435959">
                <a:tc>
                  <a:txBody>
                    <a:bodyPr/>
                    <a:lstStyle/>
                    <a:p>
                      <a:pPr marL="0" marR="0" algn="just">
                        <a:lnSpc>
                          <a:spcPct val="107000"/>
                        </a:lnSpc>
                        <a:spcAft>
                          <a:spcPts val="800"/>
                        </a:spcAft>
                        <a:buNone/>
                      </a:pPr>
                      <a:r>
                        <a:rPr lang="en-US" sz="1600">
                          <a:effectLst/>
                          <a:latin typeface="Times New Roman" panose="02020603050405020304" pitchFamily="18" charset="0"/>
                          <a:cs typeface="Times New Roman" panose="02020603050405020304" pitchFamily="18" charset="0"/>
                        </a:rPr>
                        <a:t>Hossein et al. (2020)</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58693" marR="58693" marT="0" marB="0"/>
                </a:tc>
                <a:tc>
                  <a:txBody>
                    <a:bodyPr/>
                    <a:lstStyle/>
                    <a:p>
                      <a:pPr marL="0" marR="0" algn="just">
                        <a:lnSpc>
                          <a:spcPct val="107000"/>
                        </a:lnSpc>
                        <a:spcAft>
                          <a:spcPts val="800"/>
                        </a:spcAft>
                        <a:buNone/>
                      </a:pPr>
                      <a:r>
                        <a:rPr lang="en-US" sz="1600">
                          <a:effectLst/>
                          <a:latin typeface="Times New Roman" panose="02020603050405020304" pitchFamily="18" charset="0"/>
                          <a:cs typeface="Times New Roman" panose="02020603050405020304" pitchFamily="18" charset="0"/>
                        </a:rPr>
                        <a:t>Novel Deep CNN (BdSL)</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58693" marR="58693" marT="0" marB="0"/>
                </a:tc>
                <a:tc>
                  <a:txBody>
                    <a:bodyPr/>
                    <a:lstStyle/>
                    <a:p>
                      <a:pPr marL="0" marR="0" algn="just">
                        <a:lnSpc>
                          <a:spcPct val="107000"/>
                        </a:lnSpc>
                        <a:spcAft>
                          <a:spcPts val="800"/>
                        </a:spcAft>
                        <a:buNone/>
                      </a:pPr>
                      <a:r>
                        <a:rPr lang="en-US" sz="1600">
                          <a:effectLst/>
                          <a:latin typeface="Times New Roman" panose="02020603050405020304" pitchFamily="18" charset="0"/>
                          <a:cs typeface="Times New Roman" panose="02020603050405020304" pitchFamily="18" charset="0"/>
                        </a:rPr>
                        <a:t>99.96%</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58693" marR="58693" marT="0" marB="0"/>
                </a:tc>
                <a:tc>
                  <a:txBody>
                    <a:bodyPr/>
                    <a:lstStyle/>
                    <a:p>
                      <a:pPr marL="0" marR="0" algn="just">
                        <a:lnSpc>
                          <a:spcPct val="107000"/>
                        </a:lnSpc>
                        <a:spcAft>
                          <a:spcPts val="800"/>
                        </a:spcAft>
                        <a:buNone/>
                      </a:pPr>
                      <a:r>
                        <a:rPr lang="en-US" sz="1600">
                          <a:effectLst/>
                          <a:latin typeface="Times New Roman" panose="02020603050405020304" pitchFamily="18" charset="0"/>
                          <a:cs typeface="Times New Roman" panose="02020603050405020304" pitchFamily="18" charset="0"/>
                        </a:rPr>
                        <a:t>Exceptionally high accuracy; potential overfitting risk or limited testing on diverse datasets.</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58693" marR="58693" marT="0" marB="0"/>
                </a:tc>
                <a:extLst>
                  <a:ext uri="{0D108BD9-81ED-4DB2-BD59-A6C34878D82A}">
                    <a16:rowId xmlns:a16="http://schemas.microsoft.com/office/drawing/2014/main" val="1231451213"/>
                  </a:ext>
                </a:extLst>
              </a:tr>
              <a:tr h="629957">
                <a:tc>
                  <a:txBody>
                    <a:bodyPr/>
                    <a:lstStyle/>
                    <a:p>
                      <a:pPr marL="0" marR="0" algn="just">
                        <a:lnSpc>
                          <a:spcPct val="107000"/>
                        </a:lnSpc>
                        <a:spcAft>
                          <a:spcPts val="800"/>
                        </a:spcAft>
                        <a:buNone/>
                      </a:pPr>
                      <a:r>
                        <a:rPr lang="en-US" sz="1600">
                          <a:effectLst/>
                          <a:latin typeface="Times New Roman" panose="02020603050405020304" pitchFamily="18" charset="0"/>
                          <a:cs typeface="Times New Roman" panose="02020603050405020304" pitchFamily="18" charset="0"/>
                        </a:rPr>
                        <a:t>Saquib et al. (2020)</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58693" marR="58693" marT="0" marB="0"/>
                </a:tc>
                <a:tc>
                  <a:txBody>
                    <a:bodyPr/>
                    <a:lstStyle/>
                    <a:p>
                      <a:pPr marL="0" marR="0" algn="just">
                        <a:lnSpc>
                          <a:spcPct val="107000"/>
                        </a:lnSpc>
                        <a:spcAft>
                          <a:spcPts val="800"/>
                        </a:spcAft>
                        <a:buNone/>
                      </a:pPr>
                      <a:r>
                        <a:rPr lang="en-US" sz="1600">
                          <a:effectLst/>
                          <a:latin typeface="Times New Roman" panose="02020603050405020304" pitchFamily="18" charset="0"/>
                          <a:cs typeface="Times New Roman" panose="02020603050405020304" pitchFamily="18" charset="0"/>
                        </a:rPr>
                        <a:t>CNNs, Wearable Sensors (BdSL)</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58693" marR="58693" marT="0" marB="0"/>
                </a:tc>
                <a:tc>
                  <a:txBody>
                    <a:bodyPr/>
                    <a:lstStyle/>
                    <a:p>
                      <a:pPr marL="0" marR="0" algn="just">
                        <a:lnSpc>
                          <a:spcPct val="107000"/>
                        </a:lnSpc>
                        <a:spcAft>
                          <a:spcPts val="800"/>
                        </a:spcAft>
                        <a:buNone/>
                      </a:pPr>
                      <a:r>
                        <a:rPr lang="en-US" sz="1600">
                          <a:effectLst/>
                          <a:latin typeface="Times New Roman" panose="02020603050405020304" pitchFamily="18" charset="0"/>
                          <a:cs typeface="Times New Roman" panose="02020603050405020304" pitchFamily="18" charset="0"/>
                        </a:rPr>
                        <a:t>96%</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58693" marR="58693" marT="0" marB="0"/>
                </a:tc>
                <a:tc>
                  <a:txBody>
                    <a:bodyPr/>
                    <a:lstStyle/>
                    <a:p>
                      <a:pPr marL="0" marR="0" algn="just">
                        <a:lnSpc>
                          <a:spcPct val="107000"/>
                        </a:lnSpc>
                        <a:spcAft>
                          <a:spcPts val="800"/>
                        </a:spcAft>
                        <a:buNone/>
                      </a:pPr>
                      <a:r>
                        <a:rPr lang="en-US" sz="1600" dirty="0">
                          <a:effectLst/>
                          <a:latin typeface="Times New Roman" panose="02020603050405020304" pitchFamily="18" charset="0"/>
                          <a:cs typeface="Times New Roman" panose="02020603050405020304" pitchFamily="18" charset="0"/>
                        </a:rPr>
                        <a:t>Dependency on wearable sensors.</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8693" marR="58693" marT="0" marB="0"/>
                </a:tc>
                <a:extLst>
                  <a:ext uri="{0D108BD9-81ED-4DB2-BD59-A6C34878D82A}">
                    <a16:rowId xmlns:a16="http://schemas.microsoft.com/office/drawing/2014/main" val="1069852979"/>
                  </a:ext>
                </a:extLst>
              </a:tr>
              <a:tr h="120552">
                <a:tc>
                  <a:txBody>
                    <a:bodyPr/>
                    <a:lstStyle/>
                    <a:p>
                      <a:pPr marL="0" marR="0" algn="just">
                        <a:lnSpc>
                          <a:spcPct val="107000"/>
                        </a:lnSpc>
                        <a:spcAft>
                          <a:spcPts val="800"/>
                        </a:spcAft>
                        <a:buNone/>
                      </a:pPr>
                      <a:r>
                        <a:rPr lang="en-US" sz="1600">
                          <a:effectLst/>
                          <a:latin typeface="Times New Roman" panose="02020603050405020304" pitchFamily="18" charset="0"/>
                          <a:cs typeface="Times New Roman" panose="02020603050405020304" pitchFamily="18" charset="0"/>
                        </a:rPr>
                        <a:t>Chowdhury et al. (2021)</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58693" marR="58693" marT="0" marB="0"/>
                </a:tc>
                <a:tc>
                  <a:txBody>
                    <a:bodyPr/>
                    <a:lstStyle/>
                    <a:p>
                      <a:pPr marL="0" marR="0" algn="just">
                        <a:lnSpc>
                          <a:spcPct val="107000"/>
                        </a:lnSpc>
                        <a:spcAft>
                          <a:spcPts val="800"/>
                        </a:spcAft>
                        <a:buNone/>
                      </a:pPr>
                      <a:r>
                        <a:rPr lang="en-US" sz="1600">
                          <a:effectLst/>
                          <a:latin typeface="Times New Roman" panose="02020603050405020304" pitchFamily="18" charset="0"/>
                          <a:cs typeface="Times New Roman" panose="02020603050405020304" pitchFamily="18" charset="0"/>
                        </a:rPr>
                        <a:t>ANN, SVM (BdSL)</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58693" marR="58693" marT="0" marB="0"/>
                </a:tc>
                <a:tc>
                  <a:txBody>
                    <a:bodyPr/>
                    <a:lstStyle/>
                    <a:p>
                      <a:pPr marL="0" marR="0" algn="just">
                        <a:lnSpc>
                          <a:spcPct val="107000"/>
                        </a:lnSpc>
                        <a:spcAft>
                          <a:spcPts val="800"/>
                        </a:spcAft>
                        <a:buNone/>
                      </a:pPr>
                      <a:r>
                        <a:rPr lang="en-US" sz="1600">
                          <a:effectLst/>
                          <a:latin typeface="Times New Roman" panose="02020603050405020304" pitchFamily="18" charset="0"/>
                          <a:cs typeface="Times New Roman" panose="02020603050405020304" pitchFamily="18" charset="0"/>
                        </a:rPr>
                        <a:t>84.11%</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58693" marR="58693" marT="0" marB="0"/>
                </a:tc>
                <a:tc>
                  <a:txBody>
                    <a:bodyPr/>
                    <a:lstStyle/>
                    <a:p>
                      <a:pPr marL="0" marR="0" algn="just">
                        <a:lnSpc>
                          <a:spcPct val="107000"/>
                        </a:lnSpc>
                        <a:spcAft>
                          <a:spcPts val="800"/>
                        </a:spcAft>
                        <a:buNone/>
                      </a:pPr>
                      <a:r>
                        <a:rPr lang="en-US" sz="1600" dirty="0">
                          <a:effectLst/>
                          <a:latin typeface="Times New Roman" panose="02020603050405020304" pitchFamily="18" charset="0"/>
                          <a:cs typeface="Times New Roman" panose="02020603050405020304" pitchFamily="18" charset="0"/>
                        </a:rPr>
                        <a:t>Lower accuracy; </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8693" marR="58693" marT="0" marB="0"/>
                </a:tc>
                <a:extLst>
                  <a:ext uri="{0D108BD9-81ED-4DB2-BD59-A6C34878D82A}">
                    <a16:rowId xmlns:a16="http://schemas.microsoft.com/office/drawing/2014/main" val="1072936213"/>
                  </a:ext>
                </a:extLst>
              </a:tr>
            </a:tbl>
          </a:graphicData>
        </a:graphic>
      </p:graphicFrame>
      <p:sp>
        <p:nvSpPr>
          <p:cNvPr id="4" name="Slide Number Placeholder 3">
            <a:extLst>
              <a:ext uri="{FF2B5EF4-FFF2-40B4-BE49-F238E27FC236}">
                <a16:creationId xmlns:a16="http://schemas.microsoft.com/office/drawing/2014/main" id="{D09F2EFF-F92F-B5AA-C42F-5484AB53EBD2}"/>
              </a:ext>
            </a:extLst>
          </p:cNvPr>
          <p:cNvSpPr>
            <a:spLocks noGrp="1"/>
          </p:cNvSpPr>
          <p:nvPr>
            <p:ph type="sldNum" sz="quarter" idx="16"/>
          </p:nvPr>
        </p:nvSpPr>
        <p:spPr/>
        <p:txBody>
          <a:bodyPr/>
          <a:lstStyle/>
          <a:p>
            <a:pPr>
              <a:defRPr/>
            </a:pPr>
            <a:fld id="{4CD333A3-7515-47B8-9EDC-EE0892D9C861}" type="slidenum">
              <a:rPr lang="en-US" smtClean="0"/>
              <a:pPr>
                <a:defRPr/>
              </a:pPr>
              <a:t>8</a:t>
            </a:fld>
            <a:endParaRPr lang="en-US" dirty="0"/>
          </a:p>
        </p:txBody>
      </p:sp>
    </p:spTree>
    <p:extLst>
      <p:ext uri="{BB962C8B-B14F-4D97-AF65-F5344CB8AC3E}">
        <p14:creationId xmlns:p14="http://schemas.microsoft.com/office/powerpoint/2010/main" val="28844501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Gap Analysis</a:t>
            </a:r>
            <a:endParaRPr lang="en-US" dirty="0">
              <a:solidFill>
                <a:srgbClr val="7030A0"/>
              </a:solidFill>
            </a:endParaRPr>
          </a:p>
        </p:txBody>
      </p:sp>
      <p:sp>
        <p:nvSpPr>
          <p:cNvPr id="4" name="Slide Number Placeholder 3"/>
          <p:cNvSpPr>
            <a:spLocks noGrp="1"/>
          </p:cNvSpPr>
          <p:nvPr>
            <p:ph type="sldNum" sz="quarter" idx="16"/>
          </p:nvPr>
        </p:nvSpPr>
        <p:spPr>
          <a:xfrm>
            <a:off x="9347200" y="5989639"/>
            <a:ext cx="2844800" cy="365125"/>
          </a:xfrm>
        </p:spPr>
        <p:txBody>
          <a:bodyPr/>
          <a:lstStyle/>
          <a:p>
            <a:pPr>
              <a:defRPr/>
            </a:pPr>
            <a:fld id="{4CD333A3-7515-47B8-9EDC-EE0892D9C861}" type="slidenum">
              <a:rPr lang="en-US" smtClean="0"/>
              <a:pPr>
                <a:defRPr/>
              </a:pPr>
              <a:t>9</a:t>
            </a:fld>
            <a:endParaRPr lang="en-US" dirty="0"/>
          </a:p>
        </p:txBody>
      </p:sp>
      <p:graphicFrame>
        <p:nvGraphicFramePr>
          <p:cNvPr id="5" name="Table 4">
            <a:extLst>
              <a:ext uri="{FF2B5EF4-FFF2-40B4-BE49-F238E27FC236}">
                <a16:creationId xmlns:a16="http://schemas.microsoft.com/office/drawing/2014/main" id="{6F1245D1-F376-F2FA-4CAA-E70C1466C99B}"/>
              </a:ext>
            </a:extLst>
          </p:cNvPr>
          <p:cNvGraphicFramePr>
            <a:graphicFrameLocks noGrp="1"/>
          </p:cNvGraphicFramePr>
          <p:nvPr>
            <p:extLst>
              <p:ext uri="{D42A27DB-BD31-4B8C-83A1-F6EECF244321}">
                <p14:modId xmlns:p14="http://schemas.microsoft.com/office/powerpoint/2010/main" val="2738740094"/>
              </p:ext>
            </p:extLst>
          </p:nvPr>
        </p:nvGraphicFramePr>
        <p:xfrm>
          <a:off x="990600" y="1296502"/>
          <a:ext cx="10229850" cy="4440131"/>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3493514346"/>
                    </a:ext>
                  </a:extLst>
                </a:gridCol>
                <a:gridCol w="3276600">
                  <a:extLst>
                    <a:ext uri="{9D8B030D-6E8A-4147-A177-3AD203B41FA5}">
                      <a16:colId xmlns:a16="http://schemas.microsoft.com/office/drawing/2014/main" val="1907943213"/>
                    </a:ext>
                  </a:extLst>
                </a:gridCol>
                <a:gridCol w="3295650">
                  <a:extLst>
                    <a:ext uri="{9D8B030D-6E8A-4147-A177-3AD203B41FA5}">
                      <a16:colId xmlns:a16="http://schemas.microsoft.com/office/drawing/2014/main" val="2731836561"/>
                    </a:ext>
                  </a:extLst>
                </a:gridCol>
              </a:tblGrid>
              <a:tr h="684698">
                <a:tc>
                  <a:txBody>
                    <a:bodyPr/>
                    <a:lstStyle/>
                    <a:p>
                      <a:pPr algn="ctr">
                        <a:buNone/>
                      </a:pPr>
                      <a:r>
                        <a:rPr lang="en-US" sz="2400" dirty="0">
                          <a:latin typeface="Times New Roman" panose="02020603050405020304" pitchFamily="18" charset="0"/>
                          <a:cs typeface="Times New Roman" panose="02020603050405020304" pitchFamily="18" charset="0"/>
                        </a:rPr>
                        <a:t>Features</a:t>
                      </a:r>
                    </a:p>
                  </a:txBody>
                  <a:tcPr anchor="ctr"/>
                </a:tc>
                <a:tc>
                  <a:txBody>
                    <a:bodyPr/>
                    <a:lstStyle/>
                    <a:p>
                      <a:pPr algn="ctr">
                        <a:buNone/>
                      </a:pPr>
                      <a:r>
                        <a:rPr lang="en-US" sz="2400" dirty="0">
                          <a:latin typeface="Times New Roman" panose="02020603050405020304" pitchFamily="18" charset="0"/>
                          <a:cs typeface="Times New Roman" panose="02020603050405020304" pitchFamily="18" charset="0"/>
                        </a:rPr>
                        <a:t>Existing Research </a:t>
                      </a:r>
                    </a:p>
                  </a:txBody>
                  <a:tcPr anchor="ctr"/>
                </a:tc>
                <a:tc>
                  <a:txBody>
                    <a:bodyPr/>
                    <a:lstStyle/>
                    <a:p>
                      <a:pPr algn="ctr">
                        <a:buNone/>
                      </a:pPr>
                      <a:r>
                        <a:rPr lang="en-US" sz="2400" dirty="0">
                          <a:latin typeface="Times New Roman" panose="02020603050405020304" pitchFamily="18" charset="0"/>
                          <a:cs typeface="Times New Roman" panose="02020603050405020304" pitchFamily="18" charset="0"/>
                        </a:rPr>
                        <a:t>Proposed Research</a:t>
                      </a:r>
                    </a:p>
                  </a:txBody>
                  <a:tcPr anchor="ctr"/>
                </a:tc>
                <a:extLst>
                  <a:ext uri="{0D108BD9-81ED-4DB2-BD59-A6C34878D82A}">
                    <a16:rowId xmlns:a16="http://schemas.microsoft.com/office/drawing/2014/main" val="3241543795"/>
                  </a:ext>
                </a:extLst>
              </a:tr>
              <a:tr h="0">
                <a:tc>
                  <a:txBody>
                    <a:bodyPr/>
                    <a:lstStyle/>
                    <a:p>
                      <a:pPr algn="ctr">
                        <a:buNone/>
                      </a:pPr>
                      <a:r>
                        <a:rPr lang="en-US" sz="2400" dirty="0">
                          <a:latin typeface="Times New Roman" panose="02020603050405020304" pitchFamily="18" charset="0"/>
                          <a:cs typeface="Times New Roman" panose="02020603050405020304" pitchFamily="18" charset="0"/>
                        </a:rPr>
                        <a:t>Recognize Sign Language</a:t>
                      </a:r>
                    </a:p>
                  </a:txBody>
                  <a:tcPr anchor="ctr"/>
                </a:tc>
                <a:tc>
                  <a:txBody>
                    <a:bodyPr/>
                    <a:lstStyle/>
                    <a:p>
                      <a:pPr algn="ctr">
                        <a:buNone/>
                      </a:pPr>
                      <a:r>
                        <a:rPr lang="en-US" sz="2400" b="1" dirty="0">
                          <a:solidFill>
                            <a:srgbClr val="00B050"/>
                          </a:solidFill>
                          <a:latin typeface="Times New Roman" panose="02020603050405020304" pitchFamily="18" charset="0"/>
                          <a:cs typeface="Times New Roman" panose="02020603050405020304" pitchFamily="18" charset="0"/>
                        </a:rPr>
                        <a:t>Yes</a:t>
                      </a:r>
                    </a:p>
                  </a:txBody>
                  <a:tcPr anchor="ctr"/>
                </a:tc>
                <a:tc>
                  <a:txBody>
                    <a:bodyPr/>
                    <a:lstStyle/>
                    <a:p>
                      <a:pPr algn="ctr">
                        <a:buNone/>
                      </a:pPr>
                      <a:r>
                        <a:rPr lang="en-US" sz="2400" b="1" dirty="0">
                          <a:solidFill>
                            <a:srgbClr val="00B050"/>
                          </a:solidFill>
                          <a:latin typeface="Times New Roman" panose="02020603050405020304" pitchFamily="18" charset="0"/>
                          <a:cs typeface="Times New Roman" panose="02020603050405020304" pitchFamily="18" charset="0"/>
                        </a:rPr>
                        <a:t>Yes</a:t>
                      </a:r>
                    </a:p>
                  </a:txBody>
                  <a:tcPr anchor="ctr"/>
                </a:tc>
                <a:extLst>
                  <a:ext uri="{0D108BD9-81ED-4DB2-BD59-A6C34878D82A}">
                    <a16:rowId xmlns:a16="http://schemas.microsoft.com/office/drawing/2014/main" val="632827023"/>
                  </a:ext>
                </a:extLst>
              </a:tr>
              <a:tr h="565293">
                <a:tc>
                  <a:txBody>
                    <a:bodyPr/>
                    <a:lstStyle/>
                    <a:p>
                      <a:pPr algn="ctr">
                        <a:buNone/>
                      </a:pPr>
                      <a:r>
                        <a:rPr lang="en-US" sz="2400" dirty="0">
                          <a:latin typeface="Times New Roman" panose="02020603050405020304" pitchFamily="18" charset="0"/>
                          <a:cs typeface="Times New Roman" panose="02020603050405020304" pitchFamily="18" charset="0"/>
                        </a:rPr>
                        <a:t>Data Augmentation</a:t>
                      </a:r>
                    </a:p>
                  </a:txBody>
                  <a:tcPr anchor="ctr"/>
                </a:tc>
                <a:tc>
                  <a:txBody>
                    <a:bodyPr/>
                    <a:lstStyle/>
                    <a:p>
                      <a:pPr algn="ctr">
                        <a:buNone/>
                      </a:pPr>
                      <a:r>
                        <a:rPr lang="en-US" sz="2400" b="1" dirty="0">
                          <a:solidFill>
                            <a:srgbClr val="00B050"/>
                          </a:solidFill>
                          <a:latin typeface="Times New Roman" panose="02020603050405020304" pitchFamily="18" charset="0"/>
                          <a:cs typeface="Times New Roman" panose="02020603050405020304" pitchFamily="18" charset="0"/>
                        </a:rPr>
                        <a:t>Yes</a:t>
                      </a:r>
                    </a:p>
                  </a:txBody>
                  <a:tcPr anchor="ctr"/>
                </a:tc>
                <a:tc>
                  <a:txBody>
                    <a:bodyPr/>
                    <a:lstStyle/>
                    <a:p>
                      <a:pPr algn="ctr">
                        <a:buNone/>
                      </a:pPr>
                      <a:r>
                        <a:rPr lang="en-US" sz="2400" b="1" dirty="0">
                          <a:solidFill>
                            <a:srgbClr val="00B050"/>
                          </a:solidFill>
                          <a:latin typeface="Times New Roman" panose="02020603050405020304" pitchFamily="18" charset="0"/>
                          <a:cs typeface="Times New Roman" panose="02020603050405020304" pitchFamily="18" charset="0"/>
                        </a:rPr>
                        <a:t>Yes</a:t>
                      </a:r>
                    </a:p>
                  </a:txBody>
                  <a:tcPr anchor="ctr"/>
                </a:tc>
                <a:extLst>
                  <a:ext uri="{0D108BD9-81ED-4DB2-BD59-A6C34878D82A}">
                    <a16:rowId xmlns:a16="http://schemas.microsoft.com/office/drawing/2014/main" val="747890882"/>
                  </a:ext>
                </a:extLst>
              </a:tr>
              <a:tr h="568935">
                <a:tc>
                  <a:txBody>
                    <a:bodyPr/>
                    <a:lstStyle/>
                    <a:p>
                      <a:pPr algn="ctr">
                        <a:buNone/>
                      </a:pPr>
                      <a:r>
                        <a:rPr lang="en-US" sz="2400" dirty="0">
                          <a:latin typeface="Times New Roman" panose="02020603050405020304" pitchFamily="18" charset="0"/>
                          <a:cs typeface="Times New Roman" panose="02020603050405020304" pitchFamily="18" charset="0"/>
                        </a:rPr>
                        <a:t>Landmarks Detection</a:t>
                      </a:r>
                    </a:p>
                  </a:txBody>
                  <a:tcPr anchor="ctr"/>
                </a:tc>
                <a:tc>
                  <a:txBody>
                    <a:bodyPr/>
                    <a:lstStyle/>
                    <a:p>
                      <a:pPr algn="ctr">
                        <a:buNone/>
                      </a:pPr>
                      <a:r>
                        <a:rPr lang="en-US" sz="2400" b="1" dirty="0">
                          <a:solidFill>
                            <a:srgbClr val="FF0000"/>
                          </a:solidFill>
                          <a:latin typeface="Times New Roman" panose="02020603050405020304" pitchFamily="18" charset="0"/>
                          <a:cs typeface="Times New Roman" panose="02020603050405020304" pitchFamily="18" charset="0"/>
                        </a:rPr>
                        <a:t>No</a:t>
                      </a:r>
                    </a:p>
                  </a:txBody>
                  <a:tcPr anchor="ctr"/>
                </a:tc>
                <a:tc>
                  <a:txBody>
                    <a:bodyPr/>
                    <a:lstStyle/>
                    <a:p>
                      <a:pPr algn="ctr">
                        <a:buNone/>
                      </a:pPr>
                      <a:r>
                        <a:rPr lang="en-US" sz="2400" b="1" dirty="0">
                          <a:solidFill>
                            <a:srgbClr val="00B050"/>
                          </a:solidFill>
                          <a:latin typeface="Times New Roman" panose="02020603050405020304" pitchFamily="18" charset="0"/>
                          <a:cs typeface="Times New Roman" panose="02020603050405020304" pitchFamily="18" charset="0"/>
                        </a:rPr>
                        <a:t>Yes</a:t>
                      </a:r>
                    </a:p>
                  </a:txBody>
                  <a:tcPr anchor="ctr"/>
                </a:tc>
                <a:extLst>
                  <a:ext uri="{0D108BD9-81ED-4DB2-BD59-A6C34878D82A}">
                    <a16:rowId xmlns:a16="http://schemas.microsoft.com/office/drawing/2014/main" val="1095451678"/>
                  </a:ext>
                </a:extLst>
              </a:tr>
              <a:tr h="568935">
                <a:tc>
                  <a:txBody>
                    <a:bodyPr/>
                    <a:lstStyle/>
                    <a:p>
                      <a:pPr algn="ctr">
                        <a:buNone/>
                      </a:pPr>
                      <a:r>
                        <a:rPr lang="en-US" sz="2400" dirty="0">
                          <a:latin typeface="Times New Roman" panose="02020603050405020304" pitchFamily="18" charset="0"/>
                          <a:cs typeface="Times New Roman" panose="02020603050405020304" pitchFamily="18" charset="0"/>
                        </a:rPr>
                        <a:t>Real Time Detection</a:t>
                      </a:r>
                    </a:p>
                  </a:txBody>
                  <a:tcPr anchor="ctr"/>
                </a:tc>
                <a:tc>
                  <a:txBody>
                    <a:bodyPr/>
                    <a:lstStyle/>
                    <a:p>
                      <a:pPr algn="ctr">
                        <a:buNone/>
                      </a:pPr>
                      <a:r>
                        <a:rPr lang="en-US" sz="2400" b="1" dirty="0">
                          <a:solidFill>
                            <a:srgbClr val="00B050"/>
                          </a:solidFill>
                          <a:latin typeface="Times New Roman" panose="02020603050405020304" pitchFamily="18" charset="0"/>
                          <a:cs typeface="Times New Roman" panose="02020603050405020304" pitchFamily="18" charset="0"/>
                        </a:rPr>
                        <a:t>Yes</a:t>
                      </a:r>
                    </a:p>
                  </a:txBody>
                  <a:tcPr anchor="ctr"/>
                </a:tc>
                <a:tc>
                  <a:txBody>
                    <a:bodyPr/>
                    <a:lstStyle/>
                    <a:p>
                      <a:pPr algn="ctr">
                        <a:buNone/>
                      </a:pPr>
                      <a:r>
                        <a:rPr lang="en-US" sz="2400" b="1" dirty="0">
                          <a:solidFill>
                            <a:srgbClr val="00B050"/>
                          </a:solidFill>
                          <a:latin typeface="Times New Roman" panose="02020603050405020304" pitchFamily="18" charset="0"/>
                          <a:cs typeface="Times New Roman" panose="02020603050405020304" pitchFamily="18" charset="0"/>
                        </a:rPr>
                        <a:t>Yes</a:t>
                      </a:r>
                    </a:p>
                  </a:txBody>
                  <a:tcPr anchor="ctr"/>
                </a:tc>
                <a:extLst>
                  <a:ext uri="{0D108BD9-81ED-4DB2-BD59-A6C34878D82A}">
                    <a16:rowId xmlns:a16="http://schemas.microsoft.com/office/drawing/2014/main" val="2590787534"/>
                  </a:ext>
                </a:extLst>
              </a:tr>
              <a:tr h="568935">
                <a:tc>
                  <a:txBody>
                    <a:bodyPr/>
                    <a:lstStyle/>
                    <a:p>
                      <a:pPr algn="ctr">
                        <a:buNone/>
                      </a:pPr>
                      <a:r>
                        <a:rPr lang="en-US" sz="2400" dirty="0">
                          <a:latin typeface="Times New Roman" panose="02020603050405020304" pitchFamily="18" charset="0"/>
                          <a:cs typeface="Times New Roman" panose="02020603050405020304" pitchFamily="18" charset="0"/>
                        </a:rPr>
                        <a:t>Word Formation</a:t>
                      </a:r>
                    </a:p>
                  </a:txBody>
                  <a:tcPr anchor="ctr"/>
                </a:tc>
                <a:tc>
                  <a:txBody>
                    <a:bodyPr/>
                    <a:lstStyle/>
                    <a:p>
                      <a:pPr algn="ctr">
                        <a:buNone/>
                      </a:pPr>
                      <a:r>
                        <a:rPr lang="en-US" sz="2400" b="1" dirty="0">
                          <a:solidFill>
                            <a:srgbClr val="FF0000"/>
                          </a:solidFill>
                          <a:latin typeface="Times New Roman" panose="02020603050405020304" pitchFamily="18" charset="0"/>
                          <a:cs typeface="Times New Roman" panose="02020603050405020304" pitchFamily="18" charset="0"/>
                        </a:rPr>
                        <a:t>No</a:t>
                      </a:r>
                    </a:p>
                  </a:txBody>
                  <a:tcPr anchor="ctr"/>
                </a:tc>
                <a:tc>
                  <a:txBody>
                    <a:bodyPr/>
                    <a:lstStyle/>
                    <a:p>
                      <a:pPr algn="ctr">
                        <a:buNone/>
                      </a:pPr>
                      <a:r>
                        <a:rPr lang="en-US" sz="2400" b="1" dirty="0">
                          <a:solidFill>
                            <a:srgbClr val="00B050"/>
                          </a:solidFill>
                          <a:latin typeface="Times New Roman" panose="02020603050405020304" pitchFamily="18" charset="0"/>
                          <a:cs typeface="Times New Roman" panose="02020603050405020304" pitchFamily="18" charset="0"/>
                        </a:rPr>
                        <a:t>Yes</a:t>
                      </a:r>
                    </a:p>
                  </a:txBody>
                  <a:tcPr anchor="ctr"/>
                </a:tc>
                <a:extLst>
                  <a:ext uri="{0D108BD9-81ED-4DB2-BD59-A6C34878D82A}">
                    <a16:rowId xmlns:a16="http://schemas.microsoft.com/office/drawing/2014/main" val="993666271"/>
                  </a:ext>
                </a:extLst>
              </a:tr>
              <a:tr h="568935">
                <a:tc>
                  <a:txBody>
                    <a:bodyPr/>
                    <a:lstStyle/>
                    <a:p>
                      <a:pPr algn="ctr">
                        <a:buNone/>
                      </a:pPr>
                      <a:r>
                        <a:rPr lang="en-US" sz="2400" dirty="0">
                          <a:latin typeface="Times New Roman" panose="02020603050405020304" pitchFamily="18" charset="0"/>
                          <a:cs typeface="Times New Roman" panose="02020603050405020304" pitchFamily="18" charset="0"/>
                        </a:rPr>
                        <a:t>Audio Output</a:t>
                      </a:r>
                    </a:p>
                  </a:txBody>
                  <a:tcPr anchor="ctr"/>
                </a:tc>
                <a:tc>
                  <a:txBody>
                    <a:bodyPr/>
                    <a:lstStyle/>
                    <a:p>
                      <a:pPr algn="ctr">
                        <a:buNone/>
                      </a:pPr>
                      <a:r>
                        <a:rPr lang="en-US" sz="2400" b="1" dirty="0">
                          <a:solidFill>
                            <a:srgbClr val="FF0000"/>
                          </a:solidFill>
                          <a:latin typeface="Times New Roman" panose="02020603050405020304" pitchFamily="18" charset="0"/>
                          <a:cs typeface="Times New Roman" panose="02020603050405020304" pitchFamily="18" charset="0"/>
                        </a:rPr>
                        <a:t>No</a:t>
                      </a:r>
                    </a:p>
                  </a:txBody>
                  <a:tcPr anchor="ctr"/>
                </a:tc>
                <a:tc>
                  <a:txBody>
                    <a:bodyPr/>
                    <a:lstStyle/>
                    <a:p>
                      <a:pPr algn="ctr">
                        <a:buNone/>
                      </a:pPr>
                      <a:r>
                        <a:rPr lang="en-US" sz="2400" b="1" dirty="0">
                          <a:solidFill>
                            <a:srgbClr val="00B050"/>
                          </a:solidFill>
                          <a:latin typeface="Times New Roman" panose="02020603050405020304" pitchFamily="18" charset="0"/>
                          <a:cs typeface="Times New Roman" panose="02020603050405020304" pitchFamily="18" charset="0"/>
                        </a:rPr>
                        <a:t>Yes</a:t>
                      </a:r>
                    </a:p>
                  </a:txBody>
                  <a:tcPr anchor="ctr"/>
                </a:tc>
                <a:extLst>
                  <a:ext uri="{0D108BD9-81ED-4DB2-BD59-A6C34878D82A}">
                    <a16:rowId xmlns:a16="http://schemas.microsoft.com/office/drawing/2014/main" val="529488177"/>
                  </a:ext>
                </a:extLst>
              </a:tr>
              <a:tr h="316903">
                <a:tc>
                  <a:txBody>
                    <a:bodyPr/>
                    <a:lstStyle/>
                    <a:p>
                      <a:pPr algn="ctr">
                        <a:buNone/>
                      </a:pPr>
                      <a:r>
                        <a:rPr lang="en-US" sz="2400" dirty="0">
                          <a:latin typeface="Times New Roman" panose="02020603050405020304" pitchFamily="18" charset="0"/>
                          <a:cs typeface="Times New Roman" panose="02020603050405020304" pitchFamily="18" charset="0"/>
                        </a:rPr>
                        <a:t>Lightweight Model</a:t>
                      </a:r>
                    </a:p>
                  </a:txBody>
                  <a:tcPr anchor="ctr"/>
                </a:tc>
                <a:tc>
                  <a:txBody>
                    <a:bodyPr/>
                    <a:lstStyle/>
                    <a:p>
                      <a:pPr algn="ctr">
                        <a:buNone/>
                      </a:pPr>
                      <a:r>
                        <a:rPr lang="en-US" sz="2400" b="1" dirty="0">
                          <a:solidFill>
                            <a:srgbClr val="FF0000"/>
                          </a:solidFill>
                          <a:latin typeface="Times New Roman" panose="02020603050405020304" pitchFamily="18" charset="0"/>
                          <a:cs typeface="Times New Roman" panose="02020603050405020304" pitchFamily="18" charset="0"/>
                        </a:rPr>
                        <a:t>No</a:t>
                      </a:r>
                    </a:p>
                  </a:txBody>
                  <a:tcPr anchor="ctr"/>
                </a:tc>
                <a:tc>
                  <a:txBody>
                    <a:bodyPr/>
                    <a:lstStyle/>
                    <a:p>
                      <a:pPr algn="ctr">
                        <a:buNone/>
                      </a:pPr>
                      <a:r>
                        <a:rPr lang="en-US" sz="2400" b="1" dirty="0">
                          <a:solidFill>
                            <a:srgbClr val="00B050"/>
                          </a:solidFill>
                          <a:latin typeface="Times New Roman" panose="02020603050405020304" pitchFamily="18" charset="0"/>
                          <a:cs typeface="Times New Roman" panose="02020603050405020304" pitchFamily="18" charset="0"/>
                        </a:rPr>
                        <a:t>Yes</a:t>
                      </a:r>
                    </a:p>
                  </a:txBody>
                  <a:tcPr anchor="ctr"/>
                </a:tc>
                <a:extLst>
                  <a:ext uri="{0D108BD9-81ED-4DB2-BD59-A6C34878D82A}">
                    <a16:rowId xmlns:a16="http://schemas.microsoft.com/office/drawing/2014/main" val="2060803404"/>
                  </a:ext>
                </a:extLst>
              </a:tr>
            </a:tbl>
          </a:graphicData>
        </a:graphic>
      </p:graphicFrame>
      <p:sp>
        <p:nvSpPr>
          <p:cNvPr id="3" name="TextBox 2">
            <a:extLst>
              <a:ext uri="{FF2B5EF4-FFF2-40B4-BE49-F238E27FC236}">
                <a16:creationId xmlns:a16="http://schemas.microsoft.com/office/drawing/2014/main" id="{30FF9886-9C18-37CA-D495-5A8528FD5C2A}"/>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spTree>
    <p:extLst>
      <p:ext uri="{BB962C8B-B14F-4D97-AF65-F5344CB8AC3E}">
        <p14:creationId xmlns:p14="http://schemas.microsoft.com/office/powerpoint/2010/main" val="8256648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Methodology</a:t>
            </a:r>
            <a:endParaRPr lang="en-US" dirty="0">
              <a:solidFill>
                <a:srgbClr val="7030A0"/>
              </a:solidFill>
            </a:endParaRPr>
          </a:p>
        </p:txBody>
      </p:sp>
      <p:pic>
        <p:nvPicPr>
          <p:cNvPr id="6" name="Content Placeholder 5">
            <a:extLst>
              <a:ext uri="{FF2B5EF4-FFF2-40B4-BE49-F238E27FC236}">
                <a16:creationId xmlns:a16="http://schemas.microsoft.com/office/drawing/2014/main" id="{31840AA8-3C7F-14F6-491E-CC413584E499}"/>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1980414" y="1066800"/>
            <a:ext cx="7991211" cy="5077505"/>
          </a:xfrm>
        </p:spPr>
      </p:pic>
      <p:sp>
        <p:nvSpPr>
          <p:cNvPr id="4" name="Slide Number Placeholder 3"/>
          <p:cNvSpPr>
            <a:spLocks noGrp="1"/>
          </p:cNvSpPr>
          <p:nvPr>
            <p:ph type="sldNum" sz="quarter" idx="16"/>
          </p:nvPr>
        </p:nvSpPr>
        <p:spPr/>
        <p:txBody>
          <a:bodyPr/>
          <a:lstStyle/>
          <a:p>
            <a:pPr>
              <a:defRPr/>
            </a:pPr>
            <a:fld id="{4CD333A3-7515-47B8-9EDC-EE0892D9C861}" type="slidenum">
              <a:rPr lang="en-US" smtClean="0"/>
              <a:pPr>
                <a:defRPr/>
              </a:pPr>
              <a:t>10</a:t>
            </a:fld>
            <a:endParaRPr lang="en-US" dirty="0"/>
          </a:p>
        </p:txBody>
      </p:sp>
    </p:spTree>
    <p:extLst>
      <p:ext uri="{BB962C8B-B14F-4D97-AF65-F5344CB8AC3E}">
        <p14:creationId xmlns:p14="http://schemas.microsoft.com/office/powerpoint/2010/main" val="9256444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5D6EA1-34DB-DF10-BE71-9A5D518827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BE349E-A76F-4132-ED9D-A0ED2086DE8A}"/>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Sample Dataset</a:t>
            </a:r>
            <a:endParaRPr lang="en-US" dirty="0">
              <a:solidFill>
                <a:srgbClr val="7030A0"/>
              </a:solidFill>
            </a:endParaRPr>
          </a:p>
        </p:txBody>
      </p:sp>
      <p:pic>
        <p:nvPicPr>
          <p:cNvPr id="6" name="Content Placeholder 5">
            <a:extLst>
              <a:ext uri="{FF2B5EF4-FFF2-40B4-BE49-F238E27FC236}">
                <a16:creationId xmlns:a16="http://schemas.microsoft.com/office/drawing/2014/main" id="{4350C432-CC61-FB8E-35EE-BD50F0E28194}"/>
              </a:ext>
            </a:extLst>
          </p:cNvPr>
          <p:cNvPicPr>
            <a:picLocks noGrp="1" noChangeAspect="1"/>
          </p:cNvPicPr>
          <p:nvPr>
            <p:ph sz="quarter" idx="13"/>
          </p:nvPr>
        </p:nvPicPr>
        <p:blipFill>
          <a:blip r:embed="rId2" cstate="print">
            <a:extLst>
              <a:ext uri="{28A0092B-C50C-407E-A947-70E740481C1C}">
                <a14:useLocalDpi xmlns:a14="http://schemas.microsoft.com/office/drawing/2010/main" val="0"/>
              </a:ext>
            </a:extLst>
          </a:blip>
          <a:srcRect/>
          <a:stretch/>
        </p:blipFill>
        <p:spPr>
          <a:xfrm>
            <a:off x="3029802" y="1371600"/>
            <a:ext cx="6025048" cy="4232230"/>
          </a:xfrm>
        </p:spPr>
      </p:pic>
      <p:sp>
        <p:nvSpPr>
          <p:cNvPr id="4" name="Slide Number Placeholder 3">
            <a:extLst>
              <a:ext uri="{FF2B5EF4-FFF2-40B4-BE49-F238E27FC236}">
                <a16:creationId xmlns:a16="http://schemas.microsoft.com/office/drawing/2014/main" id="{6B61B5BC-B88A-C043-D79E-06755E080AB0}"/>
              </a:ext>
            </a:extLst>
          </p:cNvPr>
          <p:cNvSpPr>
            <a:spLocks noGrp="1"/>
          </p:cNvSpPr>
          <p:nvPr>
            <p:ph type="sldNum" sz="quarter" idx="16"/>
          </p:nvPr>
        </p:nvSpPr>
        <p:spPr/>
        <p:txBody>
          <a:bodyPr/>
          <a:lstStyle/>
          <a:p>
            <a:pPr>
              <a:defRPr/>
            </a:pPr>
            <a:fld id="{4CD333A3-7515-47B8-9EDC-EE0892D9C861}" type="slidenum">
              <a:rPr lang="en-US" smtClean="0"/>
              <a:pPr>
                <a:defRPr/>
              </a:pPr>
              <a:t>11</a:t>
            </a:fld>
            <a:endParaRPr lang="en-US" dirty="0"/>
          </a:p>
        </p:txBody>
      </p:sp>
      <p:sp>
        <p:nvSpPr>
          <p:cNvPr id="8" name="TextBox 7">
            <a:extLst>
              <a:ext uri="{FF2B5EF4-FFF2-40B4-BE49-F238E27FC236}">
                <a16:creationId xmlns:a16="http://schemas.microsoft.com/office/drawing/2014/main" id="{A951A1C0-08E5-7D55-9AED-984CF763F823}"/>
              </a:ext>
            </a:extLst>
          </p:cNvPr>
          <p:cNvSpPr txBox="1"/>
          <p:nvPr/>
        </p:nvSpPr>
        <p:spPr>
          <a:xfrm>
            <a:off x="5388140" y="5672313"/>
            <a:ext cx="1308371" cy="307777"/>
          </a:xfrm>
          <a:prstGeom prst="rect">
            <a:avLst/>
          </a:prstGeom>
          <a:noFill/>
        </p:spPr>
        <p:txBody>
          <a:bodyPr wrap="none" rtlCol="0">
            <a:spAutoFit/>
          </a:bodyPr>
          <a:lstStyle/>
          <a:p>
            <a:r>
              <a:rPr lang="en-US" sz="1400" dirty="0">
                <a:latin typeface="Times New Roman" panose="02020603050405020304" pitchFamily="18" charset="0"/>
                <a:cs typeface="Times New Roman" panose="02020603050405020304" pitchFamily="18" charset="0"/>
              </a:rPr>
              <a:t>Sample Dataset</a:t>
            </a:r>
          </a:p>
        </p:txBody>
      </p:sp>
    </p:spTree>
    <p:extLst>
      <p:ext uri="{BB962C8B-B14F-4D97-AF65-F5344CB8AC3E}">
        <p14:creationId xmlns:p14="http://schemas.microsoft.com/office/powerpoint/2010/main" val="3384523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F5910D-9EDC-8582-4C77-C38A5E9FE4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077390-1E8B-1AD9-8B5C-FD8766B24B41}"/>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Expected Output</a:t>
            </a:r>
            <a:endParaRPr lang="en-US" dirty="0">
              <a:solidFill>
                <a:srgbClr val="7030A0"/>
              </a:solidFill>
            </a:endParaRPr>
          </a:p>
        </p:txBody>
      </p:sp>
      <p:sp>
        <p:nvSpPr>
          <p:cNvPr id="4" name="Slide Number Placeholder 3">
            <a:extLst>
              <a:ext uri="{FF2B5EF4-FFF2-40B4-BE49-F238E27FC236}">
                <a16:creationId xmlns:a16="http://schemas.microsoft.com/office/drawing/2014/main" id="{8FB6FA7E-2BC7-DA94-5889-40C581052922}"/>
              </a:ext>
            </a:extLst>
          </p:cNvPr>
          <p:cNvSpPr>
            <a:spLocks noGrp="1"/>
          </p:cNvSpPr>
          <p:nvPr>
            <p:ph type="sldNum" sz="quarter" idx="16"/>
          </p:nvPr>
        </p:nvSpPr>
        <p:spPr/>
        <p:txBody>
          <a:bodyPr/>
          <a:lstStyle/>
          <a:p>
            <a:pPr>
              <a:defRPr/>
            </a:pPr>
            <a:fld id="{4CD333A3-7515-47B8-9EDC-EE0892D9C861}" type="slidenum">
              <a:rPr lang="en-US" smtClean="0"/>
              <a:pPr>
                <a:defRPr/>
              </a:pPr>
              <a:t>12</a:t>
            </a:fld>
            <a:endParaRPr lang="en-US" dirty="0"/>
          </a:p>
        </p:txBody>
      </p:sp>
      <p:graphicFrame>
        <p:nvGraphicFramePr>
          <p:cNvPr id="9" name="Content Placeholder 8">
            <a:extLst>
              <a:ext uri="{FF2B5EF4-FFF2-40B4-BE49-F238E27FC236}">
                <a16:creationId xmlns:a16="http://schemas.microsoft.com/office/drawing/2014/main" id="{BD78AAF6-88DF-C944-F49F-C297D94269A0}"/>
              </a:ext>
            </a:extLst>
          </p:cNvPr>
          <p:cNvGraphicFramePr>
            <a:graphicFrameLocks noGrp="1"/>
          </p:cNvGraphicFramePr>
          <p:nvPr>
            <p:ph sz="quarter" idx="13"/>
            <p:extLst>
              <p:ext uri="{D42A27DB-BD31-4B8C-83A1-F6EECF244321}">
                <p14:modId xmlns:p14="http://schemas.microsoft.com/office/powerpoint/2010/main" val="3370110687"/>
              </p:ext>
            </p:extLst>
          </p:nvPr>
        </p:nvGraphicFramePr>
        <p:xfrm>
          <a:off x="609600" y="1676400"/>
          <a:ext cx="10972800" cy="3962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349281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E9E5C-71F2-3105-2435-0102C1334E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611926-D2A5-F445-0117-A4074CC94842}"/>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Result and Analysis</a:t>
            </a:r>
            <a:endParaRPr lang="en-US" dirty="0">
              <a:solidFill>
                <a:srgbClr val="7030A0"/>
              </a:solidFill>
            </a:endParaRPr>
          </a:p>
        </p:txBody>
      </p:sp>
      <p:pic>
        <p:nvPicPr>
          <p:cNvPr id="6" name="Content Placeholder 5">
            <a:extLst>
              <a:ext uri="{FF2B5EF4-FFF2-40B4-BE49-F238E27FC236}">
                <a16:creationId xmlns:a16="http://schemas.microsoft.com/office/drawing/2014/main" id="{A647B312-88DD-60D0-1311-FF201A0E58FA}"/>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914400" y="1671567"/>
            <a:ext cx="5105400" cy="3586233"/>
          </a:xfrm>
        </p:spPr>
      </p:pic>
      <p:sp>
        <p:nvSpPr>
          <p:cNvPr id="4" name="Slide Number Placeholder 3">
            <a:extLst>
              <a:ext uri="{FF2B5EF4-FFF2-40B4-BE49-F238E27FC236}">
                <a16:creationId xmlns:a16="http://schemas.microsoft.com/office/drawing/2014/main" id="{BC820640-2CE5-2763-409D-C0C0D296CBCF}"/>
              </a:ext>
            </a:extLst>
          </p:cNvPr>
          <p:cNvSpPr>
            <a:spLocks noGrp="1"/>
          </p:cNvSpPr>
          <p:nvPr>
            <p:ph type="sldNum" sz="quarter" idx="16"/>
          </p:nvPr>
        </p:nvSpPr>
        <p:spPr/>
        <p:txBody>
          <a:bodyPr/>
          <a:lstStyle/>
          <a:p>
            <a:pPr>
              <a:defRPr/>
            </a:pPr>
            <a:fld id="{4CD333A3-7515-47B8-9EDC-EE0892D9C861}" type="slidenum">
              <a:rPr lang="en-US" smtClean="0"/>
              <a:pPr>
                <a:defRPr/>
              </a:pPr>
              <a:t>13</a:t>
            </a:fld>
            <a:endParaRPr lang="en-US" dirty="0"/>
          </a:p>
        </p:txBody>
      </p:sp>
      <p:pic>
        <p:nvPicPr>
          <p:cNvPr id="7" name="Content Placeholder 5">
            <a:extLst>
              <a:ext uri="{FF2B5EF4-FFF2-40B4-BE49-F238E27FC236}">
                <a16:creationId xmlns:a16="http://schemas.microsoft.com/office/drawing/2014/main" id="{B5455C7F-0B2C-899A-42B3-6A849258E56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19800" y="1600200"/>
            <a:ext cx="5696730" cy="3505200"/>
          </a:xfrm>
          <a:prstGeom prst="rect">
            <a:avLst/>
          </a:prstGeom>
        </p:spPr>
      </p:pic>
      <p:sp>
        <p:nvSpPr>
          <p:cNvPr id="8" name="TextBox 7">
            <a:extLst>
              <a:ext uri="{FF2B5EF4-FFF2-40B4-BE49-F238E27FC236}">
                <a16:creationId xmlns:a16="http://schemas.microsoft.com/office/drawing/2014/main" id="{DBF14788-0B85-A354-EA91-62EC16C13CB7}"/>
              </a:ext>
            </a:extLst>
          </p:cNvPr>
          <p:cNvSpPr txBox="1"/>
          <p:nvPr/>
        </p:nvSpPr>
        <p:spPr>
          <a:xfrm>
            <a:off x="1981200" y="5478590"/>
            <a:ext cx="2610715" cy="307777"/>
          </a:xfrm>
          <a:prstGeom prst="rect">
            <a:avLst/>
          </a:prstGeom>
          <a:noFill/>
        </p:spPr>
        <p:txBody>
          <a:bodyPr wrap="none" rtlCol="0">
            <a:spAutoFit/>
          </a:bodyPr>
          <a:lstStyle/>
          <a:p>
            <a:r>
              <a:rPr lang="en-US" sz="1400" dirty="0">
                <a:latin typeface="Times New Roman" panose="02020603050405020304" pitchFamily="18" charset="0"/>
                <a:cs typeface="Times New Roman" panose="02020603050405020304" pitchFamily="18" charset="0"/>
              </a:rPr>
              <a:t>Cross-Validation Accuracy Graph</a:t>
            </a:r>
          </a:p>
        </p:txBody>
      </p:sp>
      <p:sp>
        <p:nvSpPr>
          <p:cNvPr id="9" name="TextBox 8">
            <a:extLst>
              <a:ext uri="{FF2B5EF4-FFF2-40B4-BE49-F238E27FC236}">
                <a16:creationId xmlns:a16="http://schemas.microsoft.com/office/drawing/2014/main" id="{930B637E-A27C-8714-4A31-CE132B428633}"/>
              </a:ext>
            </a:extLst>
          </p:cNvPr>
          <p:cNvSpPr txBox="1"/>
          <p:nvPr/>
        </p:nvSpPr>
        <p:spPr>
          <a:xfrm>
            <a:off x="8610600" y="5324701"/>
            <a:ext cx="1039067" cy="307777"/>
          </a:xfrm>
          <a:prstGeom prst="rect">
            <a:avLst/>
          </a:prstGeom>
          <a:noFill/>
        </p:spPr>
        <p:txBody>
          <a:bodyPr wrap="none" rtlCol="0">
            <a:spAutoFit/>
          </a:bodyPr>
          <a:lstStyle/>
          <a:p>
            <a:r>
              <a:rPr lang="en-US" sz="1400" dirty="0">
                <a:latin typeface="Times New Roman" panose="02020603050405020304" pitchFamily="18" charset="0"/>
                <a:cs typeface="Times New Roman" panose="02020603050405020304" pitchFamily="18" charset="0"/>
              </a:rPr>
              <a:t>ROC Curve</a:t>
            </a:r>
          </a:p>
        </p:txBody>
      </p:sp>
    </p:spTree>
    <p:extLst>
      <p:ext uri="{BB962C8B-B14F-4D97-AF65-F5344CB8AC3E}">
        <p14:creationId xmlns:p14="http://schemas.microsoft.com/office/powerpoint/2010/main" val="16595676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A2A34-910C-52FB-12A8-FA252DB358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EBF819-FC53-5253-B9E2-DE1A0CDFA8C9}"/>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Novelty of the Work</a:t>
            </a:r>
          </a:p>
        </p:txBody>
      </p:sp>
      <p:graphicFrame>
        <p:nvGraphicFramePr>
          <p:cNvPr id="5" name="Content Placeholder 4">
            <a:extLst>
              <a:ext uri="{FF2B5EF4-FFF2-40B4-BE49-F238E27FC236}">
                <a16:creationId xmlns:a16="http://schemas.microsoft.com/office/drawing/2014/main" id="{E30042C5-9038-D1BE-2C7F-09FA85DB28F8}"/>
              </a:ext>
            </a:extLst>
          </p:cNvPr>
          <p:cNvGraphicFramePr>
            <a:graphicFrameLocks noGrp="1"/>
          </p:cNvGraphicFramePr>
          <p:nvPr>
            <p:ph sz="quarter" idx="13"/>
            <p:extLst>
              <p:ext uri="{D42A27DB-BD31-4B8C-83A1-F6EECF244321}">
                <p14:modId xmlns:p14="http://schemas.microsoft.com/office/powerpoint/2010/main" val="1957574976"/>
              </p:ext>
            </p:extLst>
          </p:nvPr>
        </p:nvGraphicFramePr>
        <p:xfrm>
          <a:off x="2038350" y="1905000"/>
          <a:ext cx="8115300" cy="3200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a:extLst>
              <a:ext uri="{FF2B5EF4-FFF2-40B4-BE49-F238E27FC236}">
                <a16:creationId xmlns:a16="http://schemas.microsoft.com/office/drawing/2014/main" id="{1E154D71-E901-049B-93F8-CAD5BC299B06}"/>
              </a:ext>
            </a:extLst>
          </p:cNvPr>
          <p:cNvSpPr>
            <a:spLocks noGrp="1"/>
          </p:cNvSpPr>
          <p:nvPr>
            <p:ph type="sldNum" sz="quarter" idx="16"/>
          </p:nvPr>
        </p:nvSpPr>
        <p:spPr/>
        <p:txBody>
          <a:bodyPr/>
          <a:lstStyle/>
          <a:p>
            <a:pPr>
              <a:defRPr/>
            </a:pPr>
            <a:fld id="{4CD333A3-7515-47B8-9EDC-EE0892D9C861}" type="slidenum">
              <a:rPr lang="en-US" smtClean="0"/>
              <a:pPr>
                <a:defRPr/>
              </a:pPr>
              <a:t>14</a:t>
            </a:fld>
            <a:endParaRPr lang="en-US" dirty="0"/>
          </a:p>
        </p:txBody>
      </p:sp>
    </p:spTree>
    <p:extLst>
      <p:ext uri="{BB962C8B-B14F-4D97-AF65-F5344CB8AC3E}">
        <p14:creationId xmlns:p14="http://schemas.microsoft.com/office/powerpoint/2010/main" val="9202743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Conclusion</a:t>
            </a:r>
            <a:endParaRPr lang="en-US" dirty="0">
              <a:solidFill>
                <a:srgbClr val="7030A0"/>
              </a:solidFill>
            </a:endParaRPr>
          </a:p>
        </p:txBody>
      </p:sp>
      <p:sp>
        <p:nvSpPr>
          <p:cNvPr id="3" name="Content Placeholder 2"/>
          <p:cNvSpPr>
            <a:spLocks noGrp="1"/>
          </p:cNvSpPr>
          <p:nvPr>
            <p:ph sz="quarter" idx="13"/>
          </p:nvPr>
        </p:nvSpPr>
        <p:spPr>
          <a:xfrm>
            <a:off x="876300" y="1768475"/>
            <a:ext cx="10439400" cy="3962400"/>
          </a:xfrm>
        </p:spPr>
        <p:txBody>
          <a:bodyPr>
            <a:normAutofit/>
          </a:bodyPr>
          <a:lstStyle/>
          <a:p>
            <a:pPr marL="0" indent="0" algn="just">
              <a:buNone/>
            </a:pPr>
            <a:r>
              <a:rPr lang="en-US" sz="2200" dirty="0">
                <a:solidFill>
                  <a:schemeClr val="tx1"/>
                </a:solidFill>
                <a:latin typeface="Times New Roman" pitchFamily="18" charset="0"/>
                <a:cs typeface="Times New Roman" pitchFamily="18" charset="0"/>
              </a:rPr>
              <a:t>The summary of my project is that my project receives various hand gestures as input through the camera in real time and generates output in real time based on the way it has been trained and this whole work is completed in less than 1 second. I had to follow many steps to complete this project such as Data Collection, Data Preprocessing, Features Extraction, Model Selection, Model Training, Real time detection. I think this project of mine will help the Deaf Community people in real life.</a:t>
            </a:r>
          </a:p>
        </p:txBody>
      </p:sp>
      <p:sp>
        <p:nvSpPr>
          <p:cNvPr id="4" name="Slide Number Placeholder 3"/>
          <p:cNvSpPr>
            <a:spLocks noGrp="1"/>
          </p:cNvSpPr>
          <p:nvPr>
            <p:ph type="sldNum" sz="quarter" idx="16"/>
          </p:nvPr>
        </p:nvSpPr>
        <p:spPr/>
        <p:txBody>
          <a:bodyPr/>
          <a:lstStyle/>
          <a:p>
            <a:pPr>
              <a:defRPr/>
            </a:pPr>
            <a:fld id="{4CD333A3-7515-47B8-9EDC-EE0892D9C861}" type="slidenum">
              <a:rPr lang="en-US" smtClean="0"/>
              <a:pPr>
                <a:defRPr/>
              </a:pPr>
              <a:t>15</a:t>
            </a:fld>
            <a:endParaRPr lang="en-US" dirty="0"/>
          </a:p>
        </p:txBody>
      </p:sp>
    </p:spTree>
    <p:extLst>
      <p:ext uri="{BB962C8B-B14F-4D97-AF65-F5344CB8AC3E}">
        <p14:creationId xmlns:p14="http://schemas.microsoft.com/office/powerpoint/2010/main" val="28737059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575B2E-4AFF-6A86-FBB5-244E2F4B80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FB46D9-9C7D-D3C5-A5D8-74F43405216C}"/>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References</a:t>
            </a:r>
          </a:p>
        </p:txBody>
      </p:sp>
      <p:sp>
        <p:nvSpPr>
          <p:cNvPr id="4" name="Slide Number Placeholder 3">
            <a:extLst>
              <a:ext uri="{FF2B5EF4-FFF2-40B4-BE49-F238E27FC236}">
                <a16:creationId xmlns:a16="http://schemas.microsoft.com/office/drawing/2014/main" id="{A65A12F0-CF50-891E-C37E-CB70533F421C}"/>
              </a:ext>
            </a:extLst>
          </p:cNvPr>
          <p:cNvSpPr>
            <a:spLocks noGrp="1"/>
          </p:cNvSpPr>
          <p:nvPr>
            <p:ph type="sldNum" sz="quarter" idx="16"/>
          </p:nvPr>
        </p:nvSpPr>
        <p:spPr/>
        <p:txBody>
          <a:bodyPr/>
          <a:lstStyle/>
          <a:p>
            <a:pPr>
              <a:defRPr/>
            </a:pPr>
            <a:fld id="{4CD333A3-7515-47B8-9EDC-EE0892D9C861}" type="slidenum">
              <a:rPr lang="en-US" smtClean="0"/>
              <a:pPr>
                <a:defRPr/>
              </a:pPr>
              <a:t>16</a:t>
            </a:fld>
            <a:endParaRPr lang="en-US" dirty="0"/>
          </a:p>
        </p:txBody>
      </p:sp>
      <p:sp>
        <p:nvSpPr>
          <p:cNvPr id="6" name="Content Placeholder 5">
            <a:extLst>
              <a:ext uri="{FF2B5EF4-FFF2-40B4-BE49-F238E27FC236}">
                <a16:creationId xmlns:a16="http://schemas.microsoft.com/office/drawing/2014/main" id="{83A4E42F-EE3E-4C94-825B-5529017AA622}"/>
              </a:ext>
            </a:extLst>
          </p:cNvPr>
          <p:cNvSpPr>
            <a:spLocks noGrp="1"/>
          </p:cNvSpPr>
          <p:nvPr>
            <p:ph sz="quarter" idx="13"/>
          </p:nvPr>
        </p:nvSpPr>
        <p:spPr/>
        <p:txBody>
          <a:bodyPr>
            <a:noAutofit/>
          </a:bodyPr>
          <a:lstStyle/>
          <a:p>
            <a:pPr marL="514350" indent="-514350" algn="just">
              <a:buFont typeface="+mj-lt"/>
              <a:buAutoNum type="arabicPeriod"/>
            </a:pPr>
            <a:r>
              <a:rPr lang="en-US" sz="1400" dirty="0">
                <a:solidFill>
                  <a:schemeClr val="tx1"/>
                </a:solidFill>
                <a:latin typeface="Times New Roman" panose="02020603050405020304" pitchFamily="18" charset="0"/>
                <a:cs typeface="Times New Roman" panose="02020603050405020304" pitchFamily="18" charset="0"/>
              </a:rPr>
              <a:t>R. Chowdhury, A. Biswas, S. M. F. Hasan, T. M. Rahman, and J. Uddin, “Bengali sign language to text conversion using artificial neural network and support vector machine,” in 2017 3rd International Conference on Electrical Information and Communication Technology (EICT), 2017, pp. 1–4.</a:t>
            </a:r>
          </a:p>
          <a:p>
            <a:pPr marL="514350" indent="-514350" algn="just">
              <a:buFont typeface="+mj-lt"/>
              <a:buAutoNum type="arabicPeriod"/>
            </a:pPr>
            <a:r>
              <a:rPr lang="en-US" sz="1400" dirty="0">
                <a:solidFill>
                  <a:schemeClr val="tx1"/>
                </a:solidFill>
                <a:latin typeface="Times New Roman" panose="02020603050405020304" pitchFamily="18" charset="0"/>
                <a:cs typeface="Times New Roman" panose="02020603050405020304" pitchFamily="18" charset="0"/>
              </a:rPr>
              <a:t>Carleton University, "A Deep Learning Approach for Recognizing Bengali Character Sign Language," in 2020 11th ICCCNT 2020 July 1-3, 2020 - IIT - Kharagpur, India. pp. 1-6.</a:t>
            </a:r>
          </a:p>
          <a:p>
            <a:pPr marL="514350" indent="-514350" algn="just">
              <a:buFont typeface="+mj-lt"/>
              <a:buAutoNum type="arabicPeriod"/>
            </a:pPr>
            <a:r>
              <a:rPr lang="en-US" sz="1400" dirty="0">
                <a:solidFill>
                  <a:schemeClr val="tx1"/>
                </a:solidFill>
                <a:latin typeface="Times New Roman" panose="02020603050405020304" pitchFamily="18" charset="0"/>
                <a:cs typeface="Times New Roman" panose="02020603050405020304" pitchFamily="18" charset="0"/>
              </a:rPr>
              <a:t>S. S. Shanta, S. T. Anwar, and M. R. Kabir, “Bangla sign language detection using sift and </a:t>
            </a:r>
            <a:r>
              <a:rPr lang="en-US" sz="1400" dirty="0" err="1">
                <a:solidFill>
                  <a:schemeClr val="tx1"/>
                </a:solidFill>
                <a:latin typeface="Times New Roman" panose="02020603050405020304" pitchFamily="18" charset="0"/>
                <a:cs typeface="Times New Roman" panose="02020603050405020304" pitchFamily="18" charset="0"/>
              </a:rPr>
              <a:t>cnn</a:t>
            </a:r>
            <a:r>
              <a:rPr lang="en-US" sz="1400" dirty="0">
                <a:solidFill>
                  <a:schemeClr val="tx1"/>
                </a:solidFill>
                <a:latin typeface="Times New Roman" panose="02020603050405020304" pitchFamily="18" charset="0"/>
                <a:cs typeface="Times New Roman" panose="02020603050405020304" pitchFamily="18" charset="0"/>
              </a:rPr>
              <a:t>,” in 2018 9th International Conference on Computing, Communication and Networking Technologies (ICCCNT), 2018, pp. 1–6.</a:t>
            </a:r>
          </a:p>
          <a:p>
            <a:pPr marL="514350" indent="-514350" algn="just">
              <a:buFont typeface="+mj-lt"/>
              <a:buAutoNum type="arabicPeriod"/>
            </a:pPr>
            <a:r>
              <a:rPr lang="en-US" sz="1400" dirty="0">
                <a:solidFill>
                  <a:schemeClr val="tx1"/>
                </a:solidFill>
                <a:latin typeface="Times New Roman" panose="02020603050405020304" pitchFamily="18" charset="0"/>
                <a:cs typeface="Times New Roman" panose="02020603050405020304" pitchFamily="18" charset="0"/>
              </a:rPr>
              <a:t>P. P. </a:t>
            </a:r>
            <a:r>
              <a:rPr lang="en-US" sz="1400" dirty="0" err="1">
                <a:solidFill>
                  <a:schemeClr val="tx1"/>
                </a:solidFill>
                <a:latin typeface="Times New Roman" panose="02020603050405020304" pitchFamily="18" charset="0"/>
                <a:cs typeface="Times New Roman" panose="02020603050405020304" pitchFamily="18" charset="0"/>
              </a:rPr>
              <a:t>Urmee</a:t>
            </a:r>
            <a:r>
              <a:rPr lang="en-US" sz="1400" dirty="0">
                <a:solidFill>
                  <a:schemeClr val="tx1"/>
                </a:solidFill>
                <a:latin typeface="Times New Roman" panose="02020603050405020304" pitchFamily="18" charset="0"/>
                <a:cs typeface="Times New Roman" panose="02020603050405020304" pitchFamily="18" charset="0"/>
              </a:rPr>
              <a:t>, M. A. A. Mashud, J. Akter, A. S. M. M. Jameel, and S. Islam, “Real- time </a:t>
            </a:r>
            <a:r>
              <a:rPr lang="en-US" sz="1400" dirty="0" err="1">
                <a:solidFill>
                  <a:schemeClr val="tx1"/>
                </a:solidFill>
                <a:latin typeface="Times New Roman" panose="02020603050405020304" pitchFamily="18" charset="0"/>
                <a:cs typeface="Times New Roman" panose="02020603050405020304" pitchFamily="18" charset="0"/>
              </a:rPr>
              <a:t>bangla</a:t>
            </a:r>
            <a:r>
              <a:rPr lang="en-US" sz="1400" dirty="0">
                <a:solidFill>
                  <a:schemeClr val="tx1"/>
                </a:solidFill>
                <a:latin typeface="Times New Roman" panose="02020603050405020304" pitchFamily="18" charset="0"/>
                <a:cs typeface="Times New Roman" panose="02020603050405020304" pitchFamily="18" charset="0"/>
              </a:rPr>
              <a:t> sign language detection using </a:t>
            </a:r>
            <a:r>
              <a:rPr lang="en-US" sz="1400" dirty="0" err="1">
                <a:solidFill>
                  <a:schemeClr val="tx1"/>
                </a:solidFill>
                <a:latin typeface="Times New Roman" panose="02020603050405020304" pitchFamily="18" charset="0"/>
                <a:cs typeface="Times New Roman" panose="02020603050405020304" pitchFamily="18" charset="0"/>
              </a:rPr>
              <a:t>xception</a:t>
            </a:r>
            <a:r>
              <a:rPr lang="en-US" sz="1400" dirty="0">
                <a:solidFill>
                  <a:schemeClr val="tx1"/>
                </a:solidFill>
                <a:latin typeface="Times New Roman" panose="02020603050405020304" pitchFamily="18" charset="0"/>
                <a:cs typeface="Times New Roman" panose="02020603050405020304" pitchFamily="18" charset="0"/>
              </a:rPr>
              <a:t> model with augmented dataset,” in 2019 IEEE International WIE Conference on Electrical and Computer Engineering (WIECON-ECE), 2019, pp. 1–5.</a:t>
            </a:r>
          </a:p>
          <a:p>
            <a:pPr marL="514350" indent="-514350" algn="just">
              <a:buFont typeface="+mj-lt"/>
              <a:buAutoNum type="arabicPeriod"/>
            </a:pPr>
            <a:r>
              <a:rPr lang="en-US" sz="1400" dirty="0">
                <a:solidFill>
                  <a:schemeClr val="tx1"/>
                </a:solidFill>
                <a:latin typeface="Times New Roman" panose="02020603050405020304" pitchFamily="18" charset="0"/>
                <a:cs typeface="Times New Roman" panose="02020603050405020304" pitchFamily="18" charset="0"/>
              </a:rPr>
              <a:t>D. Talukder and F. Jahara, “Real-time </a:t>
            </a:r>
            <a:r>
              <a:rPr lang="en-US" sz="1400" dirty="0" err="1">
                <a:solidFill>
                  <a:schemeClr val="tx1"/>
                </a:solidFill>
                <a:latin typeface="Times New Roman" panose="02020603050405020304" pitchFamily="18" charset="0"/>
                <a:cs typeface="Times New Roman" panose="02020603050405020304" pitchFamily="18" charset="0"/>
              </a:rPr>
              <a:t>bangla</a:t>
            </a:r>
            <a:r>
              <a:rPr lang="en-US" sz="1400" dirty="0">
                <a:solidFill>
                  <a:schemeClr val="tx1"/>
                </a:solidFill>
                <a:latin typeface="Times New Roman" panose="02020603050405020304" pitchFamily="18" charset="0"/>
                <a:cs typeface="Times New Roman" panose="02020603050405020304" pitchFamily="18" charset="0"/>
              </a:rPr>
              <a:t> sign language detection with sentence and speech generation,” in 2020 23rd International Conference on Computer and Information Technology (ICCIT), 2020, pp. 1–6.</a:t>
            </a:r>
          </a:p>
          <a:p>
            <a:pPr marL="514350" indent="-514350" algn="just">
              <a:buFont typeface="+mj-lt"/>
              <a:buAutoNum type="arabicPeriod"/>
            </a:pPr>
            <a:r>
              <a:rPr lang="en-US" sz="1400" dirty="0">
                <a:solidFill>
                  <a:schemeClr val="tx1"/>
                </a:solidFill>
                <a:latin typeface="Times New Roman" panose="02020603050405020304" pitchFamily="18" charset="0"/>
                <a:cs typeface="Times New Roman" panose="02020603050405020304" pitchFamily="18" charset="0"/>
              </a:rPr>
              <a:t>O. B. Hoque, M. I. Jubair, M. S. Islam, A.-F. Akash, and A. S. Paulson, “Real time </a:t>
            </a:r>
            <a:r>
              <a:rPr lang="en-US" sz="1400" dirty="0" err="1">
                <a:solidFill>
                  <a:schemeClr val="tx1"/>
                </a:solidFill>
                <a:latin typeface="Times New Roman" panose="02020603050405020304" pitchFamily="18" charset="0"/>
                <a:cs typeface="Times New Roman" panose="02020603050405020304" pitchFamily="18" charset="0"/>
              </a:rPr>
              <a:t>bangladeshi</a:t>
            </a:r>
            <a:r>
              <a:rPr lang="en-US" sz="1400" dirty="0">
                <a:solidFill>
                  <a:schemeClr val="tx1"/>
                </a:solidFill>
                <a:latin typeface="Times New Roman" panose="02020603050405020304" pitchFamily="18" charset="0"/>
                <a:cs typeface="Times New Roman" panose="02020603050405020304" pitchFamily="18" charset="0"/>
              </a:rPr>
              <a:t> sign language detection using faster r-</a:t>
            </a:r>
            <a:r>
              <a:rPr lang="en-US" sz="1400" dirty="0" err="1">
                <a:solidFill>
                  <a:schemeClr val="tx1"/>
                </a:solidFill>
                <a:latin typeface="Times New Roman" panose="02020603050405020304" pitchFamily="18" charset="0"/>
                <a:cs typeface="Times New Roman" panose="02020603050405020304" pitchFamily="18" charset="0"/>
              </a:rPr>
              <a:t>cnn</a:t>
            </a:r>
            <a:r>
              <a:rPr lang="en-US" sz="1400" dirty="0">
                <a:solidFill>
                  <a:schemeClr val="tx1"/>
                </a:solidFill>
                <a:latin typeface="Times New Roman" panose="02020603050405020304" pitchFamily="18" charset="0"/>
                <a:cs typeface="Times New Roman" panose="02020603050405020304" pitchFamily="18" charset="0"/>
              </a:rPr>
              <a:t>,” in 2018 International Conference on Innovation in Engineering and Technology (ICIET), 2018, pp. 1–6.</a:t>
            </a:r>
          </a:p>
          <a:p>
            <a:pPr marL="514350" indent="-514350" algn="just">
              <a:buFont typeface="+mj-lt"/>
              <a:buAutoNum type="arabicPeriod"/>
            </a:pPr>
            <a:r>
              <a:rPr lang="en-US" sz="1400" dirty="0">
                <a:solidFill>
                  <a:schemeClr val="tx1"/>
                </a:solidFill>
                <a:latin typeface="Times New Roman" panose="02020603050405020304" pitchFamily="18" charset="0"/>
                <a:cs typeface="Times New Roman" panose="02020603050405020304" pitchFamily="18" charset="0"/>
              </a:rPr>
              <a:t>M. Hasan, T. H. Sajib, and M. Dey, “A machine learning based approach for the detection and recognition of </a:t>
            </a:r>
            <a:r>
              <a:rPr lang="en-US" sz="1400" dirty="0" err="1">
                <a:solidFill>
                  <a:schemeClr val="tx1"/>
                </a:solidFill>
                <a:latin typeface="Times New Roman" panose="02020603050405020304" pitchFamily="18" charset="0"/>
                <a:cs typeface="Times New Roman" panose="02020603050405020304" pitchFamily="18" charset="0"/>
              </a:rPr>
              <a:t>bangla</a:t>
            </a:r>
            <a:r>
              <a:rPr lang="en-US" sz="1400" dirty="0">
                <a:solidFill>
                  <a:schemeClr val="tx1"/>
                </a:solidFill>
                <a:latin typeface="Times New Roman" panose="02020603050405020304" pitchFamily="18" charset="0"/>
                <a:cs typeface="Times New Roman" panose="02020603050405020304" pitchFamily="18" charset="0"/>
              </a:rPr>
              <a:t> sign language,” in 2016 International Conference on Medical Engineering, Health Informatics and Technology (</a:t>
            </a:r>
            <a:r>
              <a:rPr lang="en-US" sz="1400" dirty="0" err="1">
                <a:solidFill>
                  <a:schemeClr val="tx1"/>
                </a:solidFill>
                <a:latin typeface="Times New Roman" panose="02020603050405020304" pitchFamily="18" charset="0"/>
                <a:cs typeface="Times New Roman" panose="02020603050405020304" pitchFamily="18" charset="0"/>
              </a:rPr>
              <a:t>MediTec</a:t>
            </a:r>
            <a:r>
              <a:rPr lang="en-US" sz="1400" dirty="0">
                <a:solidFill>
                  <a:schemeClr val="tx1"/>
                </a:solidFill>
                <a:latin typeface="Times New Roman" panose="02020603050405020304" pitchFamily="18" charset="0"/>
                <a:cs typeface="Times New Roman" panose="02020603050405020304" pitchFamily="18" charset="0"/>
              </a:rPr>
              <a:t>), 2016, pp. 1–5</a:t>
            </a:r>
          </a:p>
        </p:txBody>
      </p:sp>
    </p:spTree>
    <p:extLst>
      <p:ext uri="{BB962C8B-B14F-4D97-AF65-F5344CB8AC3E}">
        <p14:creationId xmlns:p14="http://schemas.microsoft.com/office/powerpoint/2010/main" val="20170980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p:txBody>
          <a:bodyPr>
            <a:normAutofit/>
          </a:bodyPr>
          <a:lstStyle/>
          <a:p>
            <a:pPr marL="0" indent="0" algn="ctr">
              <a:buNone/>
            </a:pPr>
            <a:endParaRPr lang="en-US" sz="6000" b="1" dirty="0">
              <a:solidFill>
                <a:srgbClr val="7030A0"/>
              </a:solidFill>
              <a:latin typeface="Times New Roman" pitchFamily="18" charset="0"/>
              <a:cs typeface="Times New Roman" pitchFamily="18" charset="0"/>
            </a:endParaRPr>
          </a:p>
          <a:p>
            <a:pPr marL="0" indent="0" algn="ctr">
              <a:buNone/>
            </a:pPr>
            <a:r>
              <a:rPr lang="en-US" sz="6000" b="1" dirty="0">
                <a:solidFill>
                  <a:srgbClr val="7030A0"/>
                </a:solidFill>
                <a:latin typeface="Times New Roman" pitchFamily="18" charset="0"/>
                <a:cs typeface="Times New Roman" pitchFamily="18" charset="0"/>
              </a:rPr>
              <a:t>THANK YOU</a:t>
            </a:r>
          </a:p>
          <a:p>
            <a:pPr marL="0" indent="0" algn="r">
              <a:buNone/>
            </a:pPr>
            <a:endParaRPr lang="en-US" sz="3000" dirty="0">
              <a:solidFill>
                <a:schemeClr val="tx1"/>
              </a:solidFill>
              <a:latin typeface="Times New Roman" pitchFamily="18" charset="0"/>
              <a:cs typeface="Times New Roman" pitchFamily="18" charset="0"/>
            </a:endParaRPr>
          </a:p>
        </p:txBody>
      </p:sp>
      <p:sp>
        <p:nvSpPr>
          <p:cNvPr id="4" name="Slide Number Placeholder 3"/>
          <p:cNvSpPr>
            <a:spLocks noGrp="1"/>
          </p:cNvSpPr>
          <p:nvPr>
            <p:ph type="sldNum" sz="quarter" idx="16"/>
          </p:nvPr>
        </p:nvSpPr>
        <p:spPr/>
        <p:txBody>
          <a:bodyPr/>
          <a:lstStyle/>
          <a:p>
            <a:pPr>
              <a:defRPr/>
            </a:pPr>
            <a:fld id="{4CD333A3-7515-47B8-9EDC-EE0892D9C861}" type="slidenum">
              <a:rPr lang="en-US" smtClean="0"/>
              <a:pPr>
                <a:defRPr/>
              </a:pPr>
              <a:t>17</a:t>
            </a:fld>
            <a:endParaRPr lang="en-US" dirty="0"/>
          </a:p>
        </p:txBody>
      </p:sp>
    </p:spTree>
    <p:extLst>
      <p:ext uri="{BB962C8B-B14F-4D97-AF65-F5344CB8AC3E}">
        <p14:creationId xmlns:p14="http://schemas.microsoft.com/office/powerpoint/2010/main" val="2459516608"/>
      </p:ext>
    </p:extLst>
  </p:cSld>
  <p:clrMapOvr>
    <a:masterClrMapping/>
  </p:clrMapOvr>
</p:sld>
</file>

<file path=ppt/theme/theme1.xml><?xml version="1.0" encoding="utf-8"?>
<a:theme xmlns:a="http://schemas.openxmlformats.org/drawingml/2006/main" name="New Microsoft PowerPoint Presentatio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New Microsoft PowerPoint Presentation</Template>
  <TotalTime>928</TotalTime>
  <Words>1258</Words>
  <Application>Microsoft Office PowerPoint</Application>
  <PresentationFormat>Widescreen</PresentationFormat>
  <Paragraphs>136</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Times New Roman</vt:lpstr>
      <vt:lpstr>Wingdings</vt:lpstr>
      <vt:lpstr>New Microsoft PowerPoint Presentation</vt:lpstr>
      <vt:lpstr>Anubaad : A Machine Learning Approach to Recognize Bangla Sign Language</vt:lpstr>
      <vt:lpstr>Outline</vt:lpstr>
      <vt:lpstr>Introduction</vt:lpstr>
      <vt:lpstr>Problem Statement</vt:lpstr>
      <vt:lpstr>Motivation</vt:lpstr>
      <vt:lpstr>Objective</vt:lpstr>
      <vt:lpstr>Background Study</vt:lpstr>
      <vt:lpstr>Comparison Between Existing Works </vt:lpstr>
      <vt:lpstr>Gap Analysis</vt:lpstr>
      <vt:lpstr>Methodology</vt:lpstr>
      <vt:lpstr>Sample Dataset</vt:lpstr>
      <vt:lpstr>Expected Output</vt:lpstr>
      <vt:lpstr>Result and Analysis</vt:lpstr>
      <vt:lpstr>Novelty of the Work</vt:lpstr>
      <vt:lpstr>Conclusion</vt:lpstr>
      <vt:lpstr>References</vt:lpstr>
      <vt:lpstr>PowerPoint Presentation</vt:lpstr>
    </vt:vector>
  </TitlesOfParts>
  <Company>Acer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Valued Acer Customer</dc:creator>
  <cp:lastModifiedBy>Md Mehedi Hasan Rony</cp:lastModifiedBy>
  <cp:revision>264</cp:revision>
  <dcterms:created xsi:type="dcterms:W3CDTF">2011-07-17T02:56:35Z</dcterms:created>
  <dcterms:modified xsi:type="dcterms:W3CDTF">2026-01-07T04:23:39Z</dcterms:modified>
</cp:coreProperties>
</file>